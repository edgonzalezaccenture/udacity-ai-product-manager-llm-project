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Roboto Mono Light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  <p:embeddedFont>
      <p:font typeface="Open Sans Light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custDataLst>
    <p:tags r:id="rId1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DB133DE-632C-4A81-9EBA-E51BAC0346A3}">
  <a:tblStyle styleId="{7DB133DE-632C-4A81-9EBA-E51BAC0346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40"/>
        <p:guide pos="576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tags" Target="tags/tag1.xml" /><Relationship Id="rId17" Type="http://schemas.openxmlformats.org/officeDocument/2006/relationships/font" Target="fonts/font1.fntdata" /><Relationship Id="rId18" Type="http://schemas.openxmlformats.org/officeDocument/2006/relationships/font" Target="fonts/font2.fntdata" /><Relationship Id="rId19" Type="http://schemas.openxmlformats.org/officeDocument/2006/relationships/font" Target="fonts/font3.fntdata" /><Relationship Id="rId2" Type="http://schemas.openxmlformats.org/officeDocument/2006/relationships/notesMaster" Target="notesMasters/notesMaster1.xml" /><Relationship Id="rId20" Type="http://schemas.openxmlformats.org/officeDocument/2006/relationships/font" Target="fonts/font4.fntdata" /><Relationship Id="rId21" Type="http://schemas.openxmlformats.org/officeDocument/2006/relationships/font" Target="fonts/font5.fntdata" /><Relationship Id="rId22" Type="http://schemas.openxmlformats.org/officeDocument/2006/relationships/font" Target="fonts/font6.fntdata" /><Relationship Id="rId23" Type="http://schemas.openxmlformats.org/officeDocument/2006/relationships/font" Target="fonts/font7.fntdata" /><Relationship Id="rId24" Type="http://schemas.openxmlformats.org/officeDocument/2006/relationships/font" Target="fonts/font8.fntdata" /><Relationship Id="rId25" Type="http://schemas.openxmlformats.org/officeDocument/2006/relationships/font" Target="fonts/font9.fntdata" /><Relationship Id="rId26" Type="http://schemas.openxmlformats.org/officeDocument/2006/relationships/font" Target="fonts/font10.fntdata" /><Relationship Id="rId27" Type="http://schemas.openxmlformats.org/officeDocument/2006/relationships/font" Target="fonts/font11.fntdata" /><Relationship Id="rId28" Type="http://schemas.openxmlformats.org/officeDocument/2006/relationships/font" Target="fonts/font12.fntdata" /><Relationship Id="rId29" Type="http://schemas.openxmlformats.org/officeDocument/2006/relationships/font" Target="fonts/font13.fntdata" /><Relationship Id="rId3" Type="http://schemas.openxmlformats.org/officeDocument/2006/relationships/slide" Target="slides/slide1.xml" /><Relationship Id="rId30" Type="http://schemas.openxmlformats.org/officeDocument/2006/relationships/font" Target="fonts/font14.fntdata" /><Relationship Id="rId31" Type="http://schemas.openxmlformats.org/officeDocument/2006/relationships/font" Target="fonts/font15.fntdata" /><Relationship Id="rId32" Type="http://schemas.openxmlformats.org/officeDocument/2006/relationships/font" Target="fonts/font16.fntdata" /><Relationship Id="rId33" Type="http://schemas.openxmlformats.org/officeDocument/2006/relationships/presProps" Target="presProps.xml" /><Relationship Id="rId34" Type="http://schemas.openxmlformats.org/officeDocument/2006/relationships/viewProps" Target="viewProps.xml" /><Relationship Id="rId35" Type="http://schemas.openxmlformats.org/officeDocument/2006/relationships/theme" Target="theme/theme1.xml" /><Relationship Id="rId36" Type="http://schemas.openxmlformats.org/officeDocument/2006/relationships/tableStyles" Target="tableStyles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8" name="Shape 188"/>
        <p:cNvGrpSpPr/>
        <p:nvPr/>
      </p:nvGrpSpPr>
      <p:grpSpPr>
        <a:xfrm>
          <a:off x="0" y="0"/>
          <a:ext cx="0" cy="0"/>
        </a:xfrm>
      </p:grpSpPr>
      <p:sp>
        <p:nvSpPr>
          <p:cNvPr id="189" name="Google Shape;189;g1f95057ddb0_8_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95057ddb0_8_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4" name="Shape 194"/>
        <p:cNvGrpSpPr/>
        <p:nvPr/>
      </p:nvGrpSpPr>
      <p:grpSpPr>
        <a:xfrm>
          <a:off x="0" y="0"/>
          <a:ext cx="0" cy="0"/>
        </a:xfrm>
      </p:grpSpPr>
      <p:sp>
        <p:nvSpPr>
          <p:cNvPr id="195" name="Google Shape;195;g2e0ece1251d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e0ece1251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g2ddc06358cb_0_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ddc06358cb_0_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6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g2ddc06358cb_0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ddc06358cb_0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3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g2ddc06358cb_0_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ddc06358cb_0_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0" name="Shape 220"/>
        <p:cNvGrpSpPr/>
        <p:nvPr/>
      </p:nvGrpSpPr>
      <p:grpSpPr>
        <a:xfrm>
          <a:off x="0" y="0"/>
          <a:ext cx="0" cy="0"/>
        </a:xfrm>
      </p:grpSpPr>
      <p:sp>
        <p:nvSpPr>
          <p:cNvPr id="221" name="Google Shape;221;g2ddc06358cb_0_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ddc06358cb_0_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7" name="Shape 227"/>
        <p:cNvGrpSpPr/>
        <p:nvPr/>
      </p:nvGrpSpPr>
      <p:grpSpPr>
        <a:xfrm>
          <a:off x="0" y="0"/>
          <a:ext cx="0" cy="0"/>
        </a:xfrm>
      </p:grpSpPr>
      <p:sp>
        <p:nvSpPr>
          <p:cNvPr id="228" name="Google Shape;228;g2ddc06358cb_0_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ddc06358cb_0_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5" name="Shape 235"/>
        <p:cNvGrpSpPr/>
        <p:nvPr/>
      </p:nvGrpSpPr>
      <p:grpSpPr>
        <a:xfrm>
          <a:off x="0" y="0"/>
          <a:ext cx="0" cy="0"/>
        </a:xfrm>
      </p:grpSpPr>
      <p:sp>
        <p:nvSpPr>
          <p:cNvPr id="236" name="Google Shape;236;g2ddc06358cb_0_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ddc06358cb_0_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0" name="Shape 240"/>
        <p:cNvGrpSpPr/>
        <p:nvPr/>
      </p:nvGrpSpPr>
      <p:grpSpPr>
        <a:xfrm>
          <a:off x="0" y="0"/>
          <a:ext cx="0" cy="0"/>
        </a:xfrm>
      </p:grpSpPr>
      <p:sp>
        <p:nvSpPr>
          <p:cNvPr id="241" name="Google Shape;241;g2ddc06358cb_0_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ddc06358cb_0_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7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g2ddc06358cb_0_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ddc06358cb_0_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4" name="Shape 254"/>
        <p:cNvGrpSpPr/>
        <p:nvPr/>
      </p:nvGrpSpPr>
      <p:grpSpPr>
        <a:xfrm>
          <a:off x="0" y="0"/>
          <a:ext cx="0" cy="0"/>
        </a:xfrm>
      </p:grpSpPr>
      <p:sp>
        <p:nvSpPr>
          <p:cNvPr id="255" name="Google Shape;255;g2ddc06358cb_0_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ddc06358cb_0_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g2ddc06358cb_0_1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ddc06358cb_0_1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7" name="Shape 267"/>
        <p:cNvGrpSpPr/>
        <p:nvPr/>
      </p:nvGrpSpPr>
      <p:grpSpPr>
        <a:xfrm>
          <a:off x="0" y="0"/>
          <a:ext cx="0" cy="0"/>
        </a:xfrm>
      </p:grpSpPr>
      <p:sp>
        <p:nvSpPr>
          <p:cNvPr id="268" name="Google Shape;268;g2ddc06358cb_0_1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ddc06358cb_0_1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image" Target="../media/image1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2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2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5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.png" /><Relationship Id="rId2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.png" /><Relationship Id="rId2" Type="http://schemas.openxmlformats.org/officeDocument/2006/relationships/image" Target="../media/image7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.png" /><Relationship Id="rId2" Type="http://schemas.openxmlformats.org/officeDocument/2006/relationships/image" Target="../media/image8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6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t="3419" b="-3409"/>
          <a:stretch>
            <a:fillRect/>
          </a:stretch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type="subTitle" idx="1"/>
          </p:nvPr>
        </p:nvSpPr>
        <p:spPr>
          <a:xfrm>
            <a:off x="1256200" y="5959675"/>
            <a:ext cx="10039500" cy="8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b Lesson Title (Designer or Producer Only)">
  <p:cSld name="SECTION_HEADER_1"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4" y="0"/>
            <a:ext cx="18288000" cy="10286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rcRect b="10"/>
          <a:stretch>
            <a:fillRect/>
          </a:stretch>
        </p:blipFill>
        <p:spPr>
          <a:xfrm>
            <a:off x="575200" y="9527255"/>
            <a:ext cx="1519402" cy="28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type="title"/>
          </p:nvPr>
        </p:nvSpPr>
        <p:spPr>
          <a:xfrm>
            <a:off x="1225200" y="3735300"/>
            <a:ext cx="15837601" cy="28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a Full Bullet">
  <p:cSld name="TITLE_AND_BODY_1_1">
    <p:spTree>
      <p:nvGrpSpPr>
        <p:cNvPr id="19" name="Shape 19"/>
        <p:cNvGrpSpPr/>
        <p:nvPr/>
      </p:nvGrpSpPr>
      <p:grpSpPr>
        <a:xfrm>
          <a:off x="0" y="0"/>
          <a:ext cx="0" cy="0"/>
        </a:xfrm>
      </p:grpSpPr>
      <p:pic>
        <p:nvPicPr>
          <p:cNvPr id="20" name="Google Shape;20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g Full Graphic">
  <p:cSld name="TITLE_ONLY_1_1_1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1">
            <a:alphaModFix/>
          </a:blip>
          <a:srcRect b="10"/>
          <a:stretch>
            <a:fillRect/>
          </a:stretch>
        </p:blipFill>
        <p:spPr>
          <a:xfrm>
            <a:off x="685800" y="9496888"/>
            <a:ext cx="2303877" cy="4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b Third Card">
  <p:cSld name="TITLE_AND_BODY_1_1_1_3">
    <p:spTree>
      <p:nvGrpSpPr>
        <p:cNvPr id="28" name="Shape 28"/>
        <p:cNvGrpSpPr/>
        <p:nvPr/>
      </p:nvGrpSpPr>
      <p:grpSpPr>
        <a:xfrm>
          <a:off x="0" y="0"/>
          <a:ext cx="0" cy="0"/>
        </a:xfrm>
      </p:grpSpPr>
      <p:pic>
        <p:nvPicPr>
          <p:cNvPr id="29" name="Google Shape;29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" name="Google Shape;31;p6"/>
          <p:cNvSpPr/>
          <p:nvPr/>
        </p:nvSpPr>
        <p:spPr>
          <a:xfrm>
            <a:off x="11623800" y="684300"/>
            <a:ext cx="5978400" cy="7773900"/>
          </a:xfrm>
          <a:prstGeom prst="round1Rect">
            <a:avLst>
              <a:gd name="adj" fmla="val 28421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2" name="Google Shape;32;p6"/>
          <p:cNvSpPr txBox="1"/>
          <p:nvPr/>
        </p:nvSpPr>
        <p:spPr>
          <a:xfrm>
            <a:off x="12058350" y="1523388"/>
            <a:ext cx="3915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2000"/>
              </a:spcAft>
              <a:buNone/>
            </a:pPr>
            <a:endParaRPr sz="2600" b="1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" name="Google Shape;33;p6"/>
          <p:cNvSpPr txBox="1"/>
          <p:nvPr>
            <p:ph type="body" idx="1"/>
          </p:nvPr>
        </p:nvSpPr>
        <p:spPr>
          <a:xfrm>
            <a:off x="12058350" y="2629500"/>
            <a:ext cx="5109300" cy="53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type="subTitle" idx="2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3600"/>
              <a:buNone/>
              <a:defRPr b="1"/>
            </a:lvl1pPr>
            <a:lvl2pPr lvl="1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2pPr>
            <a:lvl3pPr lvl="2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3pPr>
            <a:lvl4pPr lvl="3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4pPr>
            <a:lvl5pPr lvl="4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5pPr>
            <a:lvl6pPr lvl="5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6pPr>
            <a:lvl7pPr lvl="6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7pPr>
            <a:lvl8pPr lvl="7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8pPr>
            <a:lvl9pPr lvl="8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type="body" idx="3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c Half Card">
  <p:cSld name="TITLE_AND_BODY_1_1_1_2">
    <p:spTree>
      <p:nvGrpSpPr>
        <p:cNvPr id="37" name="Shape 37"/>
        <p:cNvGrpSpPr/>
        <p:nvPr/>
      </p:nvGrpSpPr>
      <p:grpSpPr>
        <a:xfrm>
          <a:off x="0" y="0"/>
          <a:ext cx="0" cy="0"/>
        </a:xfrm>
      </p:grpSpPr>
      <p:pic>
        <p:nvPicPr>
          <p:cNvPr id="38" name="Google Shape;38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9829800" y="684300"/>
            <a:ext cx="7772400" cy="77739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" name="Google Shape;41;p7"/>
          <p:cNvSpPr txBox="1"/>
          <p:nvPr>
            <p:ph type="body" idx="1"/>
          </p:nvPr>
        </p:nvSpPr>
        <p:spPr>
          <a:xfrm>
            <a:off x="10264500" y="2194800"/>
            <a:ext cx="6903000" cy="582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subTitle" idx="2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3600"/>
              <a:buNone/>
              <a:defRPr b="1"/>
            </a:lvl1pPr>
            <a:lvl2pPr lvl="1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2pPr>
            <a:lvl3pPr lvl="2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3pPr>
            <a:lvl4pPr lvl="3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4pPr>
            <a:lvl5pPr lvl="4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5pPr>
            <a:lvl6pPr lvl="5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6pPr>
            <a:lvl7pPr lvl="6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7pPr>
            <a:lvl8pPr lvl="7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8pPr>
            <a:lvl9pPr lvl="8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9pPr>
          </a:lstStyle>
          <a:p/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685800" y="307975"/>
            <a:ext cx="95787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d Half Card Bullet Headshot - R">
  <p:cSld name="TITLE_AND_BODY_1_1_1_2_1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8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47" name="Google Shape;47;p8"/>
          <p:cNvPicPr preferRelativeResize="0"/>
          <p:nvPr/>
        </p:nvPicPr>
        <p:blipFill>
          <a:blip r:embed="rId1">
            <a:alphaModFix/>
          </a:blip>
          <a:srcRect l="50000"/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/>
          <p:nvPr/>
        </p:nvSpPr>
        <p:spPr>
          <a:xfrm>
            <a:off x="9829800" y="685050"/>
            <a:ext cx="7772400" cy="89169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9" name="Google Shape;49;p8"/>
          <p:cNvSpPr txBox="1"/>
          <p:nvPr/>
        </p:nvSpPr>
        <p:spPr>
          <a:xfrm>
            <a:off x="1208475" y="3912150"/>
            <a:ext cx="65586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TALKING HEADSHOT</a:t>
            </a:r>
            <a:endParaRPr sz="5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4800" b="1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Needs Editor to use Essential Graphics </a:t>
            </a:r>
            <a:endParaRPr sz="4800" b="1" u="sng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" name="Google Shape;50;p8"/>
          <p:cNvSpPr txBox="1"/>
          <p:nvPr>
            <p:ph type="body" idx="1"/>
          </p:nvPr>
        </p:nvSpPr>
        <p:spPr>
          <a:xfrm>
            <a:off x="10264500" y="2194800"/>
            <a:ext cx="6903000" cy="706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type="subTitle" idx="2"/>
          </p:nvPr>
        </p:nvSpPr>
        <p:spPr>
          <a:xfrm>
            <a:off x="10264500" y="1187436"/>
            <a:ext cx="6662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3600"/>
              <a:buNone/>
              <a:defRPr b="1"/>
            </a:lvl1pPr>
            <a:lvl2pPr lvl="1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2pPr>
            <a:lvl3pPr lvl="2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3pPr>
            <a:lvl4pPr lvl="3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4pPr>
            <a:lvl5pPr lvl="4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5pPr>
            <a:lvl6pPr lvl="5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6pPr>
            <a:lvl7pPr lvl="6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7pPr>
            <a:lvl8pPr lvl="7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8pPr>
            <a:lvl9pPr lvl="8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1383">
          <p15:clr>
            <a:schemeClr val="accent2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6466">
          <p15:clr>
            <a:schemeClr val="accent1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d Half Card Bullet Headshot - L">
  <p:cSld name="TITLE_AND_BODY_1_1_1_2_1_1"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9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54" name="Google Shape;54;p9"/>
          <p:cNvPicPr preferRelativeResize="0"/>
          <p:nvPr/>
        </p:nvPicPr>
        <p:blipFill>
          <a:blip r:embed="rId1">
            <a:alphaModFix/>
          </a:blip>
          <a:srcRect l="50000"/>
          <a:stretch>
            <a:fillRect/>
          </a:stretch>
        </p:blipFill>
        <p:spPr>
          <a:xfrm flipH="1">
            <a:off x="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/>
          <p:nvPr/>
        </p:nvSpPr>
        <p:spPr>
          <a:xfrm>
            <a:off x="685800" y="685050"/>
            <a:ext cx="7772400" cy="89169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1120500" y="2194790"/>
            <a:ext cx="6903000" cy="706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type="subTitle" idx="2"/>
          </p:nvPr>
        </p:nvSpPr>
        <p:spPr>
          <a:xfrm>
            <a:off x="1120500" y="1187425"/>
            <a:ext cx="64647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3600"/>
              <a:buNone/>
              <a:defRPr b="1"/>
            </a:lvl1pPr>
            <a:lvl2pPr lvl="1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2pPr>
            <a:lvl3pPr lvl="2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3pPr>
            <a:lvl4pPr lvl="3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4pPr>
            <a:lvl5pPr lvl="4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5pPr>
            <a:lvl6pPr lvl="5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6pPr>
            <a:lvl7pPr lvl="6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7pPr>
            <a:lvl8pPr lvl="7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8pPr>
            <a:lvl9pPr lvl="8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10436700" y="3912150"/>
            <a:ext cx="65586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TALKING HEADSHOT</a:t>
            </a:r>
            <a:endParaRPr sz="5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4800" b="1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Needs Editor to use Essential Graphics </a:t>
            </a:r>
            <a:endParaRPr sz="4800" b="1" u="sng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1383">
          <p15:clr>
            <a:schemeClr val="accent2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6"/>
          </p15:clr>
        </p15:guide>
        <p15:guide id="7" pos="6466">
          <p15:clr>
            <a:schemeClr val="accent6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pos="5054">
          <p15:clr>
            <a:schemeClr val="accent1"/>
          </p15:clr>
        </p15:guide>
        <p15:guide id="11" pos="706">
          <p15:clr>
            <a:schemeClr val="accent1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e Dual Card">
  <p:cSld name="CUSTOM_1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pic>
        <p:nvPicPr>
          <p:cNvPr id="60" name="Google Shape;60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" name="Google Shape;62;p10"/>
          <p:cNvSpPr/>
          <p:nvPr/>
        </p:nvSpPr>
        <p:spPr>
          <a:xfrm>
            <a:off x="9487100" y="684300"/>
            <a:ext cx="8115000" cy="77739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" name="Google Shape;63;p10"/>
          <p:cNvSpPr/>
          <p:nvPr/>
        </p:nvSpPr>
        <p:spPr>
          <a:xfrm rot="-5400000" flipH="1">
            <a:off x="846300" y="495750"/>
            <a:ext cx="7786200" cy="81375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120500" y="1935300"/>
            <a:ext cx="7245900" cy="60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type="subTitle" idx="2"/>
          </p:nvPr>
        </p:nvSpPr>
        <p:spPr>
          <a:xfrm>
            <a:off x="1120500" y="1007100"/>
            <a:ext cx="7245900" cy="66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3600"/>
              <a:buNone/>
              <a:defRPr b="1"/>
            </a:lvl1pPr>
            <a:lvl2pPr lvl="1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2pPr>
            <a:lvl3pPr lvl="2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3pPr>
            <a:lvl4pPr lvl="3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4pPr>
            <a:lvl5pPr lvl="4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5pPr>
            <a:lvl6pPr lvl="5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6pPr>
            <a:lvl7pPr lvl="6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7pPr>
            <a:lvl8pPr lvl="7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8pPr>
            <a:lvl9pPr lvl="8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9pPr>
          </a:lstStyle>
          <a:p/>
        </p:txBody>
      </p:sp>
      <p:sp>
        <p:nvSpPr>
          <p:cNvPr id="66" name="Google Shape;66;p10"/>
          <p:cNvSpPr txBox="1"/>
          <p:nvPr>
            <p:ph type="body" idx="3"/>
          </p:nvPr>
        </p:nvSpPr>
        <p:spPr>
          <a:xfrm>
            <a:off x="9921800" y="1935300"/>
            <a:ext cx="7245900" cy="60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type="subTitle" idx="4"/>
          </p:nvPr>
        </p:nvSpPr>
        <p:spPr>
          <a:xfrm>
            <a:off x="9921800" y="1007100"/>
            <a:ext cx="7245900" cy="66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3600"/>
              <a:buNone/>
              <a:defRPr b="1"/>
            </a:lvl1pPr>
            <a:lvl2pPr lvl="1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2pPr>
            <a:lvl3pPr lvl="2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3pPr>
            <a:lvl4pPr lvl="3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4pPr>
            <a:lvl5pPr lvl="4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5pPr>
            <a:lvl6pPr lvl="5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6pPr>
            <a:lvl7pPr lvl="6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7pPr>
            <a:lvl8pPr lvl="7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8pPr>
            <a:lvl9pPr lvl="8" rtl="0">
              <a:spcBef>
                <a:spcPct val="0"/>
              </a:spcBef>
              <a:spcAft>
                <a:spcPct val="0"/>
              </a:spcAft>
              <a:buSzPts val="3600"/>
              <a:buNone/>
              <a:defRPr sz="3600" b="1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</a:xfrm>
      </p:grpSpPr>
      <p:pic>
        <p:nvPicPr>
          <p:cNvPr id="69" name="Google Shape;69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1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6547175" y="1935900"/>
            <a:ext cx="5193300" cy="65223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685800" y="1935900"/>
            <a:ext cx="5193300" cy="65223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12408550" y="1935900"/>
            <a:ext cx="5193300" cy="65223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4" name="Google Shape;74;p11"/>
          <p:cNvSpPr txBox="1"/>
          <p:nvPr>
            <p:ph type="body" idx="1"/>
          </p:nvPr>
        </p:nvSpPr>
        <p:spPr>
          <a:xfrm>
            <a:off x="1120500" y="3278700"/>
            <a:ext cx="4323900" cy="44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type="subTitle" idx="2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2pPr>
            <a:lvl3pPr lvl="2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3pPr>
            <a:lvl4pPr lvl="3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4pPr>
            <a:lvl5pPr lvl="4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5pPr>
            <a:lvl6pPr lvl="5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6pPr>
            <a:lvl7pPr lvl="6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7pPr>
            <a:lvl8pPr lvl="7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8pPr>
            <a:lvl9pPr lvl="8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9pPr>
          </a:lstStyle>
          <a:p/>
        </p:txBody>
      </p:sp>
      <p:sp>
        <p:nvSpPr>
          <p:cNvPr id="76" name="Google Shape;76;p11"/>
          <p:cNvSpPr txBox="1"/>
          <p:nvPr>
            <p:ph type="body" idx="3"/>
          </p:nvPr>
        </p:nvSpPr>
        <p:spPr>
          <a:xfrm>
            <a:off x="6981875" y="3278700"/>
            <a:ext cx="4323900" cy="44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type="subTitle" idx="4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2pPr>
            <a:lvl3pPr lvl="2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3pPr>
            <a:lvl4pPr lvl="3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4pPr>
            <a:lvl5pPr lvl="4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5pPr>
            <a:lvl6pPr lvl="5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6pPr>
            <a:lvl7pPr lvl="6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7pPr>
            <a:lvl8pPr lvl="7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8pPr>
            <a:lvl9pPr lvl="8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9pPr>
          </a:lstStyle>
          <a:p/>
        </p:txBody>
      </p:sp>
      <p:sp>
        <p:nvSpPr>
          <p:cNvPr id="78" name="Google Shape;78;p11"/>
          <p:cNvSpPr txBox="1"/>
          <p:nvPr>
            <p:ph type="body" idx="5"/>
          </p:nvPr>
        </p:nvSpPr>
        <p:spPr>
          <a:xfrm>
            <a:off x="12843250" y="3278700"/>
            <a:ext cx="4323900" cy="44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type="subTitle" idx="6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2pPr>
            <a:lvl3pPr lvl="2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3pPr>
            <a:lvl4pPr lvl="3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4pPr>
            <a:lvl5pPr lvl="4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5pPr>
            <a:lvl6pPr lvl="5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6pPr>
            <a:lvl7pPr lvl="6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7pPr>
            <a:lvl8pPr lvl="7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8pPr>
            <a:lvl9pPr lvl="8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 b="1"/>
            </a:lvl9pPr>
          </a:lstStyle>
          <a:p/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 Code">
  <p:cSld name="TITLE_AND_BODY_1_1_1_1">
    <p:spTree>
      <p:nvGrpSpPr>
        <p:cNvPr id="81" name="Shape 81"/>
        <p:cNvGrpSpPr/>
        <p:nvPr/>
      </p:nvGrpSpPr>
      <p:grpSpPr>
        <a:xfrm>
          <a:off x="0" y="0"/>
          <a:ext cx="0" cy="0"/>
        </a:xfrm>
      </p:grpSpPr>
      <p:pic>
        <p:nvPicPr>
          <p:cNvPr id="82" name="Google Shape;82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" name="Google Shape;84;p12"/>
          <p:cNvSpPr txBox="1"/>
          <p:nvPr/>
        </p:nvSpPr>
        <p:spPr>
          <a:xfrm>
            <a:off x="685800" y="434400"/>
            <a:ext cx="169164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5" name="Google Shape;85;p12"/>
          <p:cNvSpPr txBox="1"/>
          <p:nvPr>
            <p:ph type="body" idx="1"/>
          </p:nvPr>
        </p:nvSpPr>
        <p:spPr>
          <a:xfrm>
            <a:off x="685800" y="1554750"/>
            <a:ext cx="16916400" cy="6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 Dual Code">
  <p:cSld name="TITLE_AND_BODY_1_1_1_1_2">
    <p:spTree>
      <p:nvGrpSpPr>
        <p:cNvPr id="86" name="Shape 86"/>
        <p:cNvGrpSpPr/>
        <p:nvPr/>
      </p:nvGrpSpPr>
      <p:grpSpPr>
        <a:xfrm>
          <a:off x="0" y="0"/>
          <a:ext cx="0" cy="0"/>
        </a:xfrm>
      </p:grpSpPr>
      <p:pic>
        <p:nvPicPr>
          <p:cNvPr id="87" name="Google Shape;87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85800" y="434400"/>
            <a:ext cx="16916400" cy="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0" name="Google Shape;90;p13"/>
          <p:cNvSpPr txBox="1"/>
          <p:nvPr>
            <p:ph type="body" idx="1"/>
          </p:nvPr>
        </p:nvSpPr>
        <p:spPr>
          <a:xfrm>
            <a:off x="685800" y="1554750"/>
            <a:ext cx="8240700" cy="6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type="body" idx="2"/>
          </p:nvPr>
        </p:nvSpPr>
        <p:spPr>
          <a:xfrm>
            <a:off x="9361350" y="1554750"/>
            <a:ext cx="8240700" cy="6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ct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 Over the Shoulder Box">
  <p:cSld name="CUSTOM_12">
    <p:spTree>
      <p:nvGrpSpPr>
        <p:cNvPr id="92" name="Shape 92"/>
        <p:cNvGrpSpPr/>
        <p:nvPr/>
      </p:nvGrpSpPr>
      <p:grpSpPr>
        <a:xfrm>
          <a:off x="0" y="0"/>
          <a: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462000" y="3173250"/>
            <a:ext cx="9662700" cy="3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5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TALKING HEADSHOT</a:t>
            </a:r>
            <a:endParaRPr sz="5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4800" b="1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Needs Designer Review </a:t>
            </a:r>
            <a:endParaRPr sz="4800" b="1" u="sng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4800" b="1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&amp; </a:t>
            </a:r>
            <a:endParaRPr sz="4800" b="1" u="sng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4800" b="1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Editor to use Essential Graphics </a:t>
            </a:r>
            <a:endParaRPr sz="4800" b="1" u="sng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788800" y="1913500"/>
            <a:ext cx="6354000" cy="3716400"/>
          </a:xfrm>
          <a:prstGeom prst="roundRect">
            <a:avLst>
              <a:gd name="adj" fmla="val 8065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" name="Google Shape;96;p14"/>
          <p:cNvSpPr txBox="1"/>
          <p:nvPr>
            <p:ph type="body" idx="1"/>
          </p:nvPr>
        </p:nvSpPr>
        <p:spPr>
          <a:xfrm>
            <a:off x="1300000" y="2337136"/>
            <a:ext cx="5331600" cy="29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3600"/>
              <a:buChar char="●"/>
              <a:defRPr/>
            </a:lvl1pPr>
            <a:lvl2pPr marL="914400" lvl="1" indent="-419100" rtl="0">
              <a:spcBef>
                <a:spcPct val="0"/>
              </a:spcBef>
              <a:spcAft>
                <a:spcPct val="0"/>
              </a:spcAft>
              <a:buSzPts val="3000"/>
              <a:buChar char="○"/>
              <a:defRPr/>
            </a:lvl2pPr>
            <a:lvl3pPr marL="1371600" lvl="2" indent="-381000" rtl="0">
              <a:spcBef>
                <a:spcPct val="0"/>
              </a:spcBef>
              <a:spcAft>
                <a:spcPct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ct val="0"/>
              </a:spcBef>
              <a:spcAft>
                <a:spcPct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ct val="0"/>
              </a:spcBef>
              <a:spcAft>
                <a:spcPct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ct val="0"/>
              </a:spcBef>
              <a:spcAft>
                <a:spcPct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ct val="0"/>
              </a:spcBef>
              <a:spcAft>
                <a:spcPct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ct val="0"/>
              </a:spcBef>
              <a:spcAft>
                <a:spcPct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ct val="0"/>
              </a:spcBef>
              <a:spcAft>
                <a:spcPct val="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 Quote Full Card">
  <p:cSld name="CUSTOM_14"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4" y="0"/>
            <a:ext cx="18288000" cy="1028698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 flipH="1">
            <a:off x="1285350" y="1009650"/>
            <a:ext cx="15717300" cy="8267700"/>
          </a:xfrm>
          <a:prstGeom prst="round2DiagRect">
            <a:avLst>
              <a:gd name="adj1" fmla="val 20143"/>
              <a:gd name="adj2" fmla="val 0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" name="Google Shape;100;p15"/>
          <p:cNvSpPr txBox="1"/>
          <p:nvPr>
            <p:ph type="body" idx="1"/>
          </p:nvPr>
        </p:nvSpPr>
        <p:spPr>
          <a:xfrm>
            <a:off x="2110650" y="1908000"/>
            <a:ext cx="14066700" cy="647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533400" algn="ctr" rtl="0">
              <a:spcBef>
                <a:spcPct val="0"/>
              </a:spcBef>
              <a:spcAft>
                <a:spcPct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533400" algn="ctr" rtl="0">
              <a:spcBef>
                <a:spcPct val="0"/>
              </a:spcBef>
              <a:spcAft>
                <a:spcPct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533400" algn="ctr" rtl="0">
              <a:spcBef>
                <a:spcPct val="0"/>
              </a:spcBef>
              <a:spcAft>
                <a:spcPct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533400" algn="ctr" rtl="0">
              <a:spcBef>
                <a:spcPct val="0"/>
              </a:spcBef>
              <a:spcAft>
                <a:spcPct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533400" algn="ctr" rtl="0">
              <a:spcBef>
                <a:spcPct val="0"/>
              </a:spcBef>
              <a:spcAft>
                <a:spcPct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533400" algn="ctr" rtl="0">
              <a:spcBef>
                <a:spcPct val="0"/>
              </a:spcBef>
              <a:spcAft>
                <a:spcPct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533400" algn="ctr" rtl="0">
              <a:spcBef>
                <a:spcPct val="0"/>
              </a:spcBef>
              <a:spcAft>
                <a:spcPct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533400" algn="ctr" rtl="0">
              <a:spcBef>
                <a:spcPct val="0"/>
              </a:spcBef>
              <a:spcAft>
                <a:spcPct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533400" algn="ctr" rtl="0">
              <a:spcBef>
                <a:spcPct val="0"/>
              </a:spcBef>
              <a:spcAft>
                <a:spcPct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f Post-Production Assets">
  <p:cSld name="CUSTOM_13"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sp>
        <p:nvSpPr>
          <p:cNvPr id="102" name="Google Shape;102;p16"/>
          <p:cNvSpPr/>
          <p:nvPr/>
        </p:nvSpPr>
        <p:spPr>
          <a:xfrm>
            <a:off x="-250" y="9144000"/>
            <a:ext cx="18288000" cy="1143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3600" b="1" u="sng">
                <a:latin typeface="Open Sans"/>
                <a:ea typeface="Open Sans"/>
                <a:cs typeface="Open Sans"/>
                <a:sym typeface="Open Sans"/>
              </a:rPr>
              <a:t>These Assets Have to get Added in Post-Production</a:t>
            </a:r>
            <a:endParaRPr sz="3600" b="1" u="sng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c Demo">
  <p:cSld name="CUSTOM_5">
    <p:spTree>
      <p:nvGrpSpPr>
        <p:cNvPr id="104" name="Shape 104"/>
        <p:cNvGrpSpPr/>
        <p:nvPr/>
      </p:nvGrpSpPr>
      <p:grpSpPr>
        <a:xfrm>
          <a:off x="0" y="0"/>
          <a:ext cx="0" cy="0"/>
        </a:xfrm>
      </p:grpSpPr>
      <p:sp>
        <p:nvSpPr>
          <p:cNvPr id="105" name="Google Shape;105;p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9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DEMO</a:t>
            </a:r>
            <a:endParaRPr sz="96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a Headshot">
  <p:cSld name="CUSTOM_7">
    <p:spTree>
      <p:nvGrpSpPr>
        <p:cNvPr id="106" name="Shape 106"/>
        <p:cNvGrpSpPr/>
        <p:nvPr/>
      </p:nvGrpSpPr>
      <p:grpSpPr>
        <a:xfrm>
          <a:off x="0" y="0"/>
          <a:ext cx="0" cy="0"/>
        </a:xfrm>
      </p:grpSpPr>
      <p:sp>
        <p:nvSpPr>
          <p:cNvPr id="107" name="Google Shape;107;p1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9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TALKING HEADSHOT</a:t>
            </a:r>
            <a:endParaRPr sz="96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d End Video">
  <p:cSld name="CUSTOM_6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9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END VIDEO</a:t>
            </a:r>
            <a:endParaRPr sz="96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b B-Roll">
  <p:cSld name="CUSTOM_6_1">
    <p:spTree>
      <p:nvGrpSpPr>
        <p:cNvPr id="110" name="Shape 110"/>
        <p:cNvGrpSpPr/>
        <p:nvPr/>
      </p:nvGrpSpPr>
      <p:grpSpPr>
        <a:xfrm>
          <a:off x="0" y="0"/>
          <a:ext cx="0" cy="0"/>
        </a:xfrm>
      </p:grpSpPr>
      <p:sp>
        <p:nvSpPr>
          <p:cNvPr id="111" name="Google Shape;111;p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B-ROLL</a:t>
            </a:r>
            <a:endParaRPr sz="96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e Animation">
  <p:cSld name="CUSTOM_6_1_1">
    <p:spTree>
      <p:nvGrpSpPr>
        <p:cNvPr id="112" name="Shape 112"/>
        <p:cNvGrpSpPr/>
        <p:nvPr/>
      </p:nvGrpSpPr>
      <p:grpSpPr>
        <a:xfrm>
          <a:off x="0" y="0"/>
          <a:ext cx="0" cy="0"/>
        </a:xfrm>
      </p:grpSpPr>
      <p:sp>
        <p:nvSpPr>
          <p:cNvPr id="113" name="Google Shape;113;p2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Animation </a:t>
            </a:r>
            <a:endParaRPr sz="96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7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Requires Designer &amp; Editor</a:t>
            </a:r>
            <a:endParaRPr sz="7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g Break in Deck">
  <p:cSld name="CUSTOM_8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22"/>
          <p:cNvSpPr/>
          <p:nvPr/>
        </p:nvSpPr>
        <p:spPr>
          <a:xfrm>
            <a:off x="0" y="125"/>
            <a:ext cx="18288000" cy="1028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sz="72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TEMPLATES</a:t>
            </a:r>
            <a:endParaRPr sz="72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sz="4800" i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Ready For Use Graphics</a:t>
            </a:r>
            <a:endParaRPr sz="4800" i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3600" i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Designers are on-hand to help with consultation &amp; enhancements </a:t>
            </a:r>
            <a:endParaRPr sz="3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to your slide deck.</a:t>
            </a:r>
            <a:endParaRPr sz="3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3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Make sure to </a:t>
            </a:r>
            <a:r>
              <a:rPr lang="en" sz="3600" b="1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TAG YOUR DESIGNER</a:t>
            </a:r>
            <a:r>
              <a:rPr lang="en" sz="3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with any design requests.</a:t>
            </a:r>
            <a:endParaRPr sz="3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.c Styleguide">
  <p:cSld name="TITLE_ONLY_1_1_1_1_1_1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</a:xfrm>
      </p:grpSpPr>
      <p:sp>
        <p:nvSpPr>
          <p:cNvPr id="117" name="Google Shape;117;p23"/>
          <p:cNvSpPr/>
          <p:nvPr/>
        </p:nvSpPr>
        <p:spPr>
          <a:xfrm>
            <a:off x="4761875" y="4308000"/>
            <a:ext cx="13526401" cy="2815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" name="Google Shape;118;p23"/>
          <p:cNvSpPr/>
          <p:nvPr/>
        </p:nvSpPr>
        <p:spPr>
          <a:xfrm>
            <a:off x="0" y="1139350"/>
            <a:ext cx="4761900" cy="914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" name="Google Shape;119;p23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1">
            <a:alphaModFix/>
          </a:blip>
          <a:srcRect b="10"/>
          <a:stretch>
            <a:fillRect/>
          </a:stretch>
        </p:blipFill>
        <p:spPr>
          <a:xfrm>
            <a:off x="685800" y="9496888"/>
            <a:ext cx="2303877" cy="4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3"/>
          <p:cNvSpPr txBox="1"/>
          <p:nvPr/>
        </p:nvSpPr>
        <p:spPr>
          <a:xfrm>
            <a:off x="6600450" y="2842821"/>
            <a:ext cx="2700300" cy="8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Black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HEX: 	0B0B0B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23"/>
          <p:cNvSpPr txBox="1"/>
          <p:nvPr/>
        </p:nvSpPr>
        <p:spPr>
          <a:xfrm>
            <a:off x="9443800" y="2842821"/>
            <a:ext cx="2700300" cy="8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Navy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HEX: 	171A53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12287150" y="2842821"/>
            <a:ext cx="2700300" cy="8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Brand Blue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HEX: 	2015FF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15130500" y="2842821"/>
            <a:ext cx="27003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White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HEX: 	FFFFFFFF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RGBA: 	255 255 255 100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6600450" y="6089114"/>
            <a:ext cx="2700300" cy="8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Light Blue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HEX: 	6597FF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9443800" y="6089114"/>
            <a:ext cx="2700300" cy="8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Lime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HEX: 	BDEA09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12287150" y="6089114"/>
            <a:ext cx="2700300" cy="8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Purple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HEX: 	B181FF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15130500" y="6089114"/>
            <a:ext cx="2700300" cy="8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Seafoam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HEX: 	00C5A1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23"/>
          <p:cNvSpPr/>
          <p:nvPr/>
        </p:nvSpPr>
        <p:spPr>
          <a:xfrm rot="10800000" flipH="1">
            <a:off x="6962400" y="1588221"/>
            <a:ext cx="1976400" cy="1026000"/>
          </a:xfrm>
          <a:prstGeom prst="round2DiagRect">
            <a:avLst>
              <a:gd name="adj1" fmla="val 41254"/>
              <a:gd name="adj2" fmla="val 0"/>
            </a:avLst>
          </a:prstGeom>
          <a:solidFill>
            <a:srgbClr val="0B0B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" name="Google Shape;130;p23"/>
          <p:cNvSpPr/>
          <p:nvPr/>
        </p:nvSpPr>
        <p:spPr>
          <a:xfrm rot="10800000" flipH="1">
            <a:off x="9805750" y="1588221"/>
            <a:ext cx="1976400" cy="1026000"/>
          </a:xfrm>
          <a:prstGeom prst="round2DiagRect">
            <a:avLst>
              <a:gd name="adj1" fmla="val 41254"/>
              <a:gd name="adj2" fmla="val 0"/>
            </a:avLst>
          </a:prstGeom>
          <a:solidFill>
            <a:srgbClr val="17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" name="Google Shape;131;p23"/>
          <p:cNvSpPr/>
          <p:nvPr/>
        </p:nvSpPr>
        <p:spPr>
          <a:xfrm rot="10800000" flipH="1">
            <a:off x="12649100" y="1588221"/>
            <a:ext cx="1976400" cy="1026000"/>
          </a:xfrm>
          <a:prstGeom prst="round2DiagRect">
            <a:avLst>
              <a:gd name="adj1" fmla="val 41254"/>
              <a:gd name="adj2" fmla="val 0"/>
            </a:avLst>
          </a:prstGeom>
          <a:solidFill>
            <a:srgbClr val="201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" name="Google Shape;132;p23"/>
          <p:cNvSpPr/>
          <p:nvPr/>
        </p:nvSpPr>
        <p:spPr>
          <a:xfrm rot="10800000" flipH="1">
            <a:off x="15492450" y="1588221"/>
            <a:ext cx="1976400" cy="1026000"/>
          </a:xfrm>
          <a:prstGeom prst="round2DiagRect">
            <a:avLst>
              <a:gd name="adj1" fmla="val 41254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" name="Google Shape;133;p23"/>
          <p:cNvSpPr/>
          <p:nvPr/>
        </p:nvSpPr>
        <p:spPr>
          <a:xfrm rot="10800000" flipH="1">
            <a:off x="6962400" y="4834520"/>
            <a:ext cx="1976400" cy="1026000"/>
          </a:xfrm>
          <a:prstGeom prst="round2DiagRect">
            <a:avLst>
              <a:gd name="adj1" fmla="val 41254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" name="Google Shape;134;p23"/>
          <p:cNvSpPr/>
          <p:nvPr/>
        </p:nvSpPr>
        <p:spPr>
          <a:xfrm rot="10800000" flipH="1">
            <a:off x="9805750" y="4834520"/>
            <a:ext cx="1976400" cy="1026000"/>
          </a:xfrm>
          <a:prstGeom prst="round2DiagRect">
            <a:avLst>
              <a:gd name="adj1" fmla="val 41254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5" name="Google Shape;135;p23"/>
          <p:cNvSpPr/>
          <p:nvPr/>
        </p:nvSpPr>
        <p:spPr>
          <a:xfrm rot="10800000" flipH="1">
            <a:off x="12649100" y="4834520"/>
            <a:ext cx="1976400" cy="1026000"/>
          </a:xfrm>
          <a:prstGeom prst="round2DiagRect">
            <a:avLst>
              <a:gd name="adj1" fmla="val 41254"/>
              <a:gd name="adj2" fmla="val 0"/>
            </a:avLst>
          </a:prstGeom>
          <a:solidFill>
            <a:srgbClr val="B18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6" name="Google Shape;136;p23"/>
          <p:cNvSpPr/>
          <p:nvPr/>
        </p:nvSpPr>
        <p:spPr>
          <a:xfrm rot="10800000" flipH="1">
            <a:off x="15492450" y="4834520"/>
            <a:ext cx="1976400" cy="1026000"/>
          </a:xfrm>
          <a:prstGeom prst="round2DiagRect">
            <a:avLst>
              <a:gd name="adj1" fmla="val 41254"/>
              <a:gd name="adj2" fmla="val 0"/>
            </a:avLst>
          </a:prstGeom>
          <a:solidFill>
            <a:srgbClr val="00C5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7" name="Google Shape;137;p23"/>
          <p:cNvSpPr txBox="1"/>
          <p:nvPr/>
        </p:nvSpPr>
        <p:spPr>
          <a:xfrm>
            <a:off x="304800" y="126224"/>
            <a:ext cx="4806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Typography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5318700" y="126224"/>
            <a:ext cx="4806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Color Pallette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grpSp>
        <p:nvGrpSpPr>
          <p:cNvPr id="139" name="Google Shape;139;p23"/>
          <p:cNvGrpSpPr/>
          <p:nvPr/>
        </p:nvGrpSpPr>
        <p:grpSpPr>
          <a:xfrm>
            <a:off x="685800" y="1773000"/>
            <a:ext cx="4806600" cy="1569900"/>
            <a:chOff x="685800" y="1290000"/>
            <a:chExt cx="4806600" cy="1569900"/>
          </a:xfrm>
        </p:grpSpPr>
        <p:sp>
          <p:nvSpPr>
            <p:cNvPr id="140" name="Google Shape;140;p23"/>
            <p:cNvSpPr txBox="1"/>
            <p:nvPr/>
          </p:nvSpPr>
          <p:spPr>
            <a:xfrm>
              <a:off x="685800" y="1290000"/>
              <a:ext cx="4806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sz="2400" b="1">
                  <a:latin typeface="Open Sans"/>
                  <a:ea typeface="Open Sans"/>
                  <a:cs typeface="Open Sans"/>
                  <a:sym typeface="Open Sans"/>
                </a:rPr>
                <a:t>Titles</a:t>
              </a:r>
              <a:endParaRPr sz="2400" b="1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1" name="Google Shape;141;p23"/>
            <p:cNvSpPr txBox="1"/>
            <p:nvPr/>
          </p:nvSpPr>
          <p:spPr>
            <a:xfrm>
              <a:off x="685800" y="1936500"/>
              <a:ext cx="48066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sz="2400">
                  <a:latin typeface="Open Sans"/>
                  <a:ea typeface="Open Sans"/>
                  <a:cs typeface="Open Sans"/>
                  <a:sym typeface="Open Sans"/>
                </a:rPr>
                <a:t>Open Sans Light</a:t>
              </a: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sz="2400">
                  <a:latin typeface="Open Sans"/>
                  <a:ea typeface="Open Sans"/>
                  <a:cs typeface="Open Sans"/>
                  <a:sym typeface="Open Sans"/>
                </a:rPr>
                <a:t>52pt</a:t>
              </a: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2" name="Google Shape;142;p23"/>
          <p:cNvGrpSpPr/>
          <p:nvPr/>
        </p:nvGrpSpPr>
        <p:grpSpPr>
          <a:xfrm>
            <a:off x="685800" y="3601449"/>
            <a:ext cx="4806600" cy="1569900"/>
            <a:chOff x="685800" y="3568900"/>
            <a:chExt cx="4806600" cy="1569900"/>
          </a:xfrm>
        </p:grpSpPr>
        <p:sp>
          <p:nvSpPr>
            <p:cNvPr id="143" name="Google Shape;143;p23"/>
            <p:cNvSpPr txBox="1"/>
            <p:nvPr/>
          </p:nvSpPr>
          <p:spPr>
            <a:xfrm>
              <a:off x="685800" y="3568900"/>
              <a:ext cx="4806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sz="2400" b="1">
                  <a:latin typeface="Open Sans"/>
                  <a:ea typeface="Open Sans"/>
                  <a:cs typeface="Open Sans"/>
                  <a:sym typeface="Open Sans"/>
                </a:rPr>
                <a:t>Subheadings</a:t>
              </a:r>
              <a:endParaRPr sz="2400" b="1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4" name="Google Shape;144;p23"/>
            <p:cNvSpPr txBox="1"/>
            <p:nvPr/>
          </p:nvSpPr>
          <p:spPr>
            <a:xfrm>
              <a:off x="685800" y="4215400"/>
              <a:ext cx="48066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sz="2400">
                  <a:latin typeface="Open Sans"/>
                  <a:ea typeface="Open Sans"/>
                  <a:cs typeface="Open Sans"/>
                  <a:sym typeface="Open Sans"/>
                </a:rPr>
                <a:t>Open Sans Normal</a:t>
              </a: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sz="2400">
                  <a:latin typeface="Open Sans"/>
                  <a:ea typeface="Open Sans"/>
                  <a:cs typeface="Open Sans"/>
                  <a:sym typeface="Open Sans"/>
                </a:rPr>
                <a:t>36pt</a:t>
              </a: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5" name="Google Shape;145;p23"/>
          <p:cNvGrpSpPr/>
          <p:nvPr/>
        </p:nvGrpSpPr>
        <p:grpSpPr>
          <a:xfrm>
            <a:off x="685800" y="7258348"/>
            <a:ext cx="4806600" cy="1569900"/>
            <a:chOff x="685800" y="8014900"/>
            <a:chExt cx="4806600" cy="1569900"/>
          </a:xfrm>
        </p:grpSpPr>
        <p:sp>
          <p:nvSpPr>
            <p:cNvPr id="146" name="Google Shape;146;p23"/>
            <p:cNvSpPr txBox="1"/>
            <p:nvPr/>
          </p:nvSpPr>
          <p:spPr>
            <a:xfrm>
              <a:off x="685800" y="8014900"/>
              <a:ext cx="4806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sz="2400" b="1">
                  <a:latin typeface="Roboto Mono"/>
                  <a:ea typeface="Roboto Mono"/>
                  <a:cs typeface="Roboto Mono"/>
                  <a:sym typeface="Roboto Mono"/>
                </a:rPr>
                <a:t>Code</a:t>
              </a:r>
              <a:endParaRPr sz="2400" b="1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47" name="Google Shape;147;p23"/>
            <p:cNvSpPr txBox="1"/>
            <p:nvPr/>
          </p:nvSpPr>
          <p:spPr>
            <a:xfrm>
              <a:off x="685800" y="8661400"/>
              <a:ext cx="48066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sz="2400">
                  <a:latin typeface="Roboto Mono"/>
                  <a:ea typeface="Roboto Mono"/>
                  <a:cs typeface="Roboto Mono"/>
                  <a:sym typeface="Roboto Mono"/>
                </a:rPr>
                <a:t>Roboto Mono Normal</a:t>
              </a:r>
              <a:endParaRPr sz="2400"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sz="2400" u="sng">
                  <a:latin typeface="Roboto Mono"/>
                  <a:ea typeface="Roboto Mono"/>
                  <a:cs typeface="Roboto Mono"/>
                  <a:sym typeface="Roboto Mono"/>
                </a:rPr>
                <a:t>30pt Minimum</a:t>
              </a:r>
              <a:endParaRPr sz="2400" u="sng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48" name="Google Shape;148;p23"/>
          <p:cNvGrpSpPr/>
          <p:nvPr/>
        </p:nvGrpSpPr>
        <p:grpSpPr>
          <a:xfrm>
            <a:off x="685800" y="5429898"/>
            <a:ext cx="4806600" cy="1569900"/>
            <a:chOff x="685800" y="6086800"/>
            <a:chExt cx="4806600" cy="1569900"/>
          </a:xfrm>
        </p:grpSpPr>
        <p:sp>
          <p:nvSpPr>
            <p:cNvPr id="149" name="Google Shape;149;p23"/>
            <p:cNvSpPr txBox="1"/>
            <p:nvPr/>
          </p:nvSpPr>
          <p:spPr>
            <a:xfrm>
              <a:off x="685800" y="6086800"/>
              <a:ext cx="4806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sz="2400" b="1">
                  <a:latin typeface="Open Sans"/>
                  <a:ea typeface="Open Sans"/>
                  <a:cs typeface="Open Sans"/>
                  <a:sym typeface="Open Sans"/>
                </a:rPr>
                <a:t>Body</a:t>
              </a:r>
              <a:endParaRPr sz="2400" b="1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0" name="Google Shape;150;p23"/>
            <p:cNvSpPr txBox="1"/>
            <p:nvPr/>
          </p:nvSpPr>
          <p:spPr>
            <a:xfrm>
              <a:off x="685800" y="6733300"/>
              <a:ext cx="48066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sz="2400">
                  <a:latin typeface="Open Sans"/>
                  <a:ea typeface="Open Sans"/>
                  <a:cs typeface="Open Sans"/>
                  <a:sym typeface="Open Sans"/>
                </a:rPr>
                <a:t>Open Sans Normal</a:t>
              </a:r>
              <a:endParaRPr sz="2400"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sz="2400" b="1" u="sng">
                  <a:latin typeface="Open Sans"/>
                  <a:ea typeface="Open Sans"/>
                  <a:cs typeface="Open Sans"/>
                  <a:sym typeface="Open Sans"/>
                </a:rPr>
                <a:t>30pt Minimum </a:t>
              </a:r>
              <a:endParaRPr sz="2400" b="1" u="sng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51" name="Google Shape;151;p23"/>
          <p:cNvSpPr txBox="1"/>
          <p:nvPr/>
        </p:nvSpPr>
        <p:spPr>
          <a:xfrm>
            <a:off x="6600450" y="8788028"/>
            <a:ext cx="27003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Transparent Light Blue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HEX: 	6597FF 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RGBA: 	100 151 255 20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23"/>
          <p:cNvSpPr/>
          <p:nvPr/>
        </p:nvSpPr>
        <p:spPr>
          <a:xfrm rot="10800000" flipH="1">
            <a:off x="6962400" y="7533434"/>
            <a:ext cx="1976400" cy="1026000"/>
          </a:xfrm>
          <a:prstGeom prst="round2DiagRect">
            <a:avLst>
              <a:gd name="adj1" fmla="val 41254"/>
              <a:gd name="adj2" fmla="val 0"/>
            </a:avLst>
          </a:prstGeom>
          <a:solidFill>
            <a:srgbClr val="6597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12287150" y="8788028"/>
            <a:ext cx="27003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Transparent Purple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HEX: 	B181FF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RGBA: 	177 129 255 20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23"/>
          <p:cNvSpPr/>
          <p:nvPr/>
        </p:nvSpPr>
        <p:spPr>
          <a:xfrm rot="10800000" flipH="1">
            <a:off x="12649100" y="7533434"/>
            <a:ext cx="1976400" cy="1026000"/>
          </a:xfrm>
          <a:prstGeom prst="round2DiagRect">
            <a:avLst>
              <a:gd name="adj1" fmla="val 41254"/>
              <a:gd name="adj2" fmla="val 0"/>
            </a:avLst>
          </a:prstGeom>
          <a:solidFill>
            <a:srgbClr val="B181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4937100" y="2353356"/>
            <a:ext cx="1384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Text &amp; Primary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4839670" y="8088300"/>
            <a:ext cx="1683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Data &amp; Charts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80% Transparent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4937100" y="5206738"/>
            <a:ext cx="1384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800" b="1">
                <a:latin typeface="Open Sans"/>
                <a:ea typeface="Open Sans"/>
                <a:cs typeface="Open Sans"/>
                <a:sym typeface="Open Sans"/>
              </a:rPr>
              <a:t>Accent, Data &amp; Icons</a:t>
            </a:r>
            <a:endParaRPr sz="18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23"/>
          <p:cNvSpPr/>
          <p:nvPr/>
        </p:nvSpPr>
        <p:spPr>
          <a:xfrm rot="10800000" flipH="1">
            <a:off x="15492450" y="7533434"/>
            <a:ext cx="1976400" cy="1026000"/>
          </a:xfrm>
          <a:prstGeom prst="round2DiagRect">
            <a:avLst>
              <a:gd name="adj1" fmla="val 41254"/>
              <a:gd name="adj2" fmla="val 0"/>
            </a:avLst>
          </a:prstGeom>
          <a:solidFill>
            <a:srgbClr val="00C5A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15130500" y="8788028"/>
            <a:ext cx="27003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Transparent Seafoam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HEX: 	00C5A1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RGBA: 	177 129 255 20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9443800" y="8788028"/>
            <a:ext cx="2700300" cy="10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Open Sans"/>
                <a:ea typeface="Open Sans"/>
                <a:cs typeface="Open Sans"/>
                <a:sym typeface="Open Sans"/>
              </a:rPr>
              <a:t>Transparent Lime</a:t>
            </a:r>
            <a:endParaRPr sz="1600" b="1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HEX: 	BDEA09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RGBA: 	177 129 255 20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23"/>
          <p:cNvSpPr/>
          <p:nvPr/>
        </p:nvSpPr>
        <p:spPr>
          <a:xfrm rot="10800000" flipH="1">
            <a:off x="9805750" y="7533434"/>
            <a:ext cx="1976400" cy="1026000"/>
          </a:xfrm>
          <a:prstGeom prst="round2DiagRect">
            <a:avLst>
              <a:gd name="adj1" fmla="val 41254"/>
              <a:gd name="adj2" fmla="val 0"/>
            </a:avLst>
          </a:prstGeom>
          <a:solidFill>
            <a:srgbClr val="BDEA0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62" name="Google Shape;162;p23"/>
          <p:cNvCxnSpPr/>
          <p:nvPr/>
        </p:nvCxnSpPr>
        <p:spPr>
          <a:xfrm flipH="1">
            <a:off x="4761886" y="1153943"/>
            <a:ext cx="0" cy="9129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3"/>
          <p:cNvCxnSpPr/>
          <p:nvPr/>
        </p:nvCxnSpPr>
        <p:spPr>
          <a:xfrm>
            <a:off x="788775" y="3476475"/>
            <a:ext cx="33303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3"/>
          <p:cNvCxnSpPr/>
          <p:nvPr/>
        </p:nvCxnSpPr>
        <p:spPr>
          <a:xfrm>
            <a:off x="788775" y="5287750"/>
            <a:ext cx="33303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3"/>
          <p:cNvCxnSpPr/>
          <p:nvPr/>
        </p:nvCxnSpPr>
        <p:spPr>
          <a:xfrm>
            <a:off x="788775" y="7167021"/>
            <a:ext cx="33303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Google Shape;166;p23"/>
          <p:cNvCxnSpPr/>
          <p:nvPr/>
        </p:nvCxnSpPr>
        <p:spPr>
          <a:xfrm flipH="1">
            <a:off x="4761886" y="-7"/>
            <a:ext cx="0" cy="1124700"/>
          </a:xfrm>
          <a:prstGeom prst="straightConnector1">
            <a:avLst/>
          </a:prstGeom>
          <a:noFill/>
          <a:ln w="38100" cap="flat" cmpd="sng">
            <a:solidFill>
              <a:srgbClr val="F0F0F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.a Resources ">
  <p:cSld name="CUSTOM_9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pic>
        <p:nvPicPr>
          <p:cNvPr id="168" name="Google Shape;168;p24"/>
          <p:cNvPicPr preferRelativeResize="0"/>
          <p:nvPr/>
        </p:nvPicPr>
        <p:blipFill>
          <a:blip r:embed="rId1">
            <a:alphaModFix/>
          </a:blip>
          <a:srcRect b="10"/>
          <a:stretch>
            <a:fillRect/>
          </a:stretch>
        </p:blipFill>
        <p:spPr>
          <a:xfrm>
            <a:off x="685800" y="9496888"/>
            <a:ext cx="2303877" cy="4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0" name="Google Shape;170;p24"/>
          <p:cNvSpPr txBox="1"/>
          <p:nvPr/>
        </p:nvSpPr>
        <p:spPr>
          <a:xfrm>
            <a:off x="685800" y="107100"/>
            <a:ext cx="8413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Resources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24"/>
          <p:cNvSpPr/>
          <p:nvPr/>
        </p:nvSpPr>
        <p:spPr>
          <a:xfrm flipH="1">
            <a:off x="11623800" y="1601500"/>
            <a:ext cx="5978400" cy="7895400"/>
          </a:xfrm>
          <a:prstGeom prst="round1Rect">
            <a:avLst>
              <a:gd name="adj" fmla="val 28421"/>
            </a:avLst>
          </a:prstGeom>
          <a:solidFill>
            <a:srgbClr val="17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12389700" y="5122863"/>
            <a:ext cx="4446600" cy="31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sz="30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Need a more </a:t>
            </a:r>
            <a:br>
              <a:rPr lang="en" sz="30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30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complex graphic?</a:t>
            </a:r>
            <a:endParaRPr sz="3000" b="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Reach out to your Curriculum Manager immediately for designer assistance</a:t>
            </a:r>
            <a:endParaRPr sz="3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893764" y="2846524"/>
            <a:ext cx="1438460" cy="142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3240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.b Essential Graphics ">
  <p:cSld name="CUSTOM_9_1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sp>
        <p:nvSpPr>
          <p:cNvPr id="175" name="Google Shape;175;p25"/>
          <p:cNvSpPr/>
          <p:nvPr/>
        </p:nvSpPr>
        <p:spPr>
          <a:xfrm>
            <a:off x="393975" y="1399150"/>
            <a:ext cx="10622700" cy="87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1">
            <a:alphaModFix/>
          </a:blip>
          <a:srcRect b="10"/>
          <a:stretch>
            <a:fillRect/>
          </a:stretch>
        </p:blipFill>
        <p:spPr>
          <a:xfrm>
            <a:off x="685800" y="9496888"/>
            <a:ext cx="2303877" cy="4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685800" y="107100"/>
            <a:ext cx="8413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Essential Graphics Available 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5"/>
          <p:cNvSpPr/>
          <p:nvPr/>
        </p:nvSpPr>
        <p:spPr>
          <a:xfrm flipH="1">
            <a:off x="11623800" y="1601500"/>
            <a:ext cx="5978400" cy="7895400"/>
          </a:xfrm>
          <a:prstGeom prst="round1Rect">
            <a:avLst>
              <a:gd name="adj" fmla="val 28421"/>
            </a:avLst>
          </a:prstGeom>
          <a:solidFill>
            <a:srgbClr val="171A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0" name="Google Shape;180;p25"/>
          <p:cNvSpPr txBox="1"/>
          <p:nvPr/>
        </p:nvSpPr>
        <p:spPr>
          <a:xfrm>
            <a:off x="12591450" y="5122875"/>
            <a:ext cx="4043100" cy="40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sz="30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Essential Graphics are made available through Adobe Creative Cloud</a:t>
            </a:r>
            <a:endParaRPr sz="3000" b="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Reach out to a Producer for assistance.</a:t>
            </a:r>
            <a:endParaRPr sz="3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685825" y="1601500"/>
            <a:ext cx="95457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200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TCD’s &amp; Producers:</a:t>
            </a:r>
            <a:endParaRPr sz="3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2" name="Google Shape;18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897239" y="2527025"/>
            <a:ext cx="1811300" cy="18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/>
        </p:nvSpPr>
        <p:spPr>
          <a:xfrm>
            <a:off x="685825" y="2535500"/>
            <a:ext cx="9545700" cy="74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914400" lvl="0" indent="-6477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rgbClr val="0B0B0B"/>
                </a:solidFill>
                <a:latin typeface="Open Sans"/>
                <a:ea typeface="Open Sans"/>
                <a:cs typeface="Open Sans"/>
                <a:sym typeface="Open Sans"/>
              </a:rPr>
              <a:t>Title Card - (2 Options)</a:t>
            </a:r>
            <a:endParaRPr sz="3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lvl="0" indent="-647700" algn="l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rgbClr val="0B0B0B"/>
                </a:solidFill>
                <a:latin typeface="Open Sans"/>
                <a:ea typeface="Open Sans"/>
                <a:cs typeface="Open Sans"/>
                <a:sym typeface="Open Sans"/>
              </a:rPr>
              <a:t>Lower Thirds - (3 Options)</a:t>
            </a:r>
            <a:endParaRPr sz="3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lvl="0" indent="-647700" algn="l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rgbClr val="0B0B0B"/>
                </a:solidFill>
                <a:latin typeface="Open Sans"/>
                <a:ea typeface="Open Sans"/>
                <a:cs typeface="Open Sans"/>
                <a:sym typeface="Open Sans"/>
              </a:rPr>
              <a:t>Bullets Full Card</a:t>
            </a:r>
            <a:endParaRPr sz="3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lvl="0" indent="-647700" algn="l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rgbClr val="0B0B0B"/>
                </a:solidFill>
                <a:latin typeface="Open Sans"/>
                <a:ea typeface="Open Sans"/>
                <a:cs typeface="Open Sans"/>
                <a:sym typeface="Open Sans"/>
              </a:rPr>
              <a:t>Full Card</a:t>
            </a:r>
            <a:endParaRPr sz="3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lvl="0" indent="-647700" algn="l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rgbClr val="0B0B0B"/>
                </a:solidFill>
                <a:latin typeface="Open Sans"/>
                <a:ea typeface="Open Sans"/>
                <a:cs typeface="Open Sans"/>
                <a:sym typeface="Open Sans"/>
              </a:rPr>
              <a:t>Bullets Half Card Left or Right</a:t>
            </a:r>
            <a:endParaRPr sz="3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lvl="0" indent="-647700" algn="l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rgbClr val="0B0B0B"/>
                </a:solidFill>
                <a:latin typeface="Open Sans"/>
                <a:ea typeface="Open Sans"/>
                <a:cs typeface="Open Sans"/>
                <a:sym typeface="Open Sans"/>
              </a:rPr>
              <a:t>Half Card</a:t>
            </a:r>
            <a:endParaRPr sz="3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lvl="0" indent="-647700" algn="l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rgbClr val="0B0B0B"/>
                </a:solidFill>
                <a:latin typeface="Open Sans"/>
                <a:ea typeface="Open Sans"/>
                <a:cs typeface="Open Sans"/>
                <a:sym typeface="Open Sans"/>
              </a:rPr>
              <a:t>Over the Shoulder Box</a:t>
            </a:r>
            <a:endParaRPr sz="3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lvl="0" indent="-647700" algn="l" rtl="0">
              <a:lnSpc>
                <a:spcPct val="100000"/>
              </a:lnSpc>
              <a:spcBef>
                <a:spcPts val="200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rgbClr val="0B0B0B"/>
                </a:solidFill>
                <a:latin typeface="Open Sans"/>
                <a:ea typeface="Open Sans"/>
                <a:cs typeface="Open Sans"/>
                <a:sym typeface="Open Sans"/>
              </a:rPr>
              <a:t>Quote Full Screen</a:t>
            </a:r>
            <a:endParaRPr sz="3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lvl="0" indent="-647700" algn="l" rtl="0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3000"/>
              <a:buFont typeface="Open Sans"/>
              <a:buChar char="●"/>
            </a:pPr>
            <a:r>
              <a:rPr lang="en" sz="3000">
                <a:solidFill>
                  <a:srgbClr val="0B0B0B"/>
                </a:solidFill>
                <a:latin typeface="Open Sans"/>
                <a:ea typeface="Open Sans"/>
                <a:cs typeface="Open Sans"/>
                <a:sym typeface="Open Sans"/>
              </a:rPr>
              <a:t>Outro - (2 Options)</a:t>
            </a:r>
            <a:endParaRPr sz="3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6.d Program Icons">
  <p:cSld name="CUSTOM_10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sp>
        <p:nvSpPr>
          <p:cNvPr id="185" name="Google Shape;185;p26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6" name="Google Shape;186;p26"/>
          <p:cNvPicPr preferRelativeResize="0"/>
          <p:nvPr/>
        </p:nvPicPr>
        <p:blipFill>
          <a:blip r:embed="rId1">
            <a:alphaModFix/>
          </a:blip>
          <a:srcRect b="10"/>
          <a:stretch>
            <a:fillRect/>
          </a:stretch>
        </p:blipFill>
        <p:spPr>
          <a:xfrm>
            <a:off x="685800" y="9496888"/>
            <a:ext cx="2303877" cy="4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6"/>
          <p:cNvSpPr txBox="1"/>
          <p:nvPr/>
        </p:nvSpPr>
        <p:spPr>
          <a:xfrm>
            <a:off x="685800" y="107100"/>
            <a:ext cx="8413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Program Specific Icons 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1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1225200" y="3107750"/>
            <a:ext cx="15837601" cy="60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4191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810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810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810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810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810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810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810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 rtl="0">
              <a:buNone/>
              <a:defRPr sz="2000">
                <a:solidFill>
                  <a:schemeClr val="dk2"/>
                </a:solidFill>
              </a:defRPr>
            </a:lvl1pPr>
            <a:lvl2pPr lvl="1" algn="r" rtl="0">
              <a:buNone/>
              <a:defRPr sz="2000">
                <a:solidFill>
                  <a:schemeClr val="dk2"/>
                </a:solidFill>
              </a:defRPr>
            </a:lvl2pPr>
            <a:lvl3pPr lvl="2" algn="r" rtl="0">
              <a:buNone/>
              <a:defRPr sz="2000">
                <a:solidFill>
                  <a:schemeClr val="dk2"/>
                </a:solidFill>
              </a:defRPr>
            </a:lvl3pPr>
            <a:lvl4pPr lvl="3" algn="r" rtl="0">
              <a:buNone/>
              <a:defRPr sz="2000">
                <a:solidFill>
                  <a:schemeClr val="dk2"/>
                </a:solidFill>
              </a:defRPr>
            </a:lvl4pPr>
            <a:lvl5pPr lvl="4" algn="r" rtl="0">
              <a:buNone/>
              <a:defRPr sz="2000">
                <a:solidFill>
                  <a:schemeClr val="dk2"/>
                </a:solidFill>
              </a:defRPr>
            </a:lvl5pPr>
            <a:lvl6pPr lvl="5" algn="r" rtl="0">
              <a:buNone/>
              <a:defRPr sz="2000">
                <a:solidFill>
                  <a:schemeClr val="dk2"/>
                </a:solidFill>
              </a:defRPr>
            </a:lvl6pPr>
            <a:lvl7pPr lvl="6" algn="r" rtl="0">
              <a:buNone/>
              <a:defRPr sz="2000">
                <a:solidFill>
                  <a:schemeClr val="dk2"/>
                </a:solidFill>
              </a:defRPr>
            </a:lvl7pPr>
            <a:lvl8pPr lvl="7" algn="r" rtl="0">
              <a:buNone/>
              <a:defRPr sz="2000">
                <a:solidFill>
                  <a:schemeClr val="dk2"/>
                </a:solidFill>
              </a:defRPr>
            </a:lvl8pPr>
            <a:lvl9pPr lvl="8" algn="r" rtl="0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notesSlide" Target="../notesSlides/notesSlide1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" name="Shape 191"/>
        <p:cNvGrpSpPr/>
        <p:nvPr/>
      </p:nvGrpSpPr>
      <p:grpSpPr>
        <a:xfrm>
          <a:off x="0" y="0"/>
          <a:ext cx="0" cy="0"/>
        </a:xfrm>
      </p:grpSpPr>
      <p:sp>
        <p:nvSpPr>
          <p:cNvPr id="192" name="Google Shape;192;p27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9000" b="0" i="0" u="none" strike="noStrike">
                <a:latin typeface="Open Sans Light"/>
              </a:rPr>
              <a:t>Plantilla de inicio de proyecto</a:t>
            </a:r>
            <a:endParaRPr/>
          </a:p>
        </p:txBody>
      </p:sp>
      <p:sp>
        <p:nvSpPr>
          <p:cNvPr id="193" name="Google Shape;193;p27"/>
          <p:cNvSpPr txBox="1"/>
          <p:nvPr>
            <p:ph type="subTitle" idx="1"/>
          </p:nvPr>
        </p:nvSpPr>
        <p:spPr>
          <a:xfrm>
            <a:off x="1256200" y="5959675"/>
            <a:ext cx="10039500" cy="8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2400"/>
              </a:spcAft>
              <a:buNone/>
            </a:pPr>
            <a:r>
              <a:rPr lang="es" sz="3600" b="0" i="0" u="none" strike="noStrike">
                <a:latin typeface="Open Sans"/>
              </a:rPr>
              <a:t>Soluciones comerciales innovadoras con grandes modelos de lenguaje (LLM)</a:t>
            </a:r>
            <a:endParaRPr sz="3600"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7" name="Shape 197"/>
        <p:cNvGrpSpPr/>
        <p:nvPr/>
      </p:nvGrpSpPr>
      <p:grpSpPr>
        <a:xfrm>
          <a:off x="0" y="0"/>
          <a: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685800" y="0"/>
            <a:ext cx="16916400" cy="128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5600" b="1" i="0" u="none" strike="noStrike">
                <a:latin typeface="Open Sans"/>
                <a:ea typeface="Open Sans"/>
                <a:cs typeface="Open Sans"/>
                <a:sym typeface="Open Sans"/>
              </a:rPr>
              <a:t>Instrucciones</a:t>
            </a:r>
            <a:endParaRPr/>
          </a:p>
        </p:txBody>
      </p:sp>
      <p:sp>
        <p:nvSpPr>
          <p:cNvPr id="199" name="Google Shape;199;p28"/>
          <p:cNvSpPr txBox="1"/>
          <p:nvPr>
            <p:ph type="body" idx="1"/>
          </p:nvPr>
        </p:nvSpPr>
        <p:spPr>
          <a:xfrm>
            <a:off x="1379100" y="2174000"/>
            <a:ext cx="15536100" cy="634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57200" algn="l" rtl="0">
              <a:spcBef>
                <a:spcPts val="1200"/>
              </a:spcBef>
              <a:spcAft>
                <a:spcPct val="0"/>
              </a:spcAft>
              <a:buSzPts val="3600"/>
              <a:buAutoNum type="arabicPeriod"/>
            </a:pPr>
            <a:r>
              <a:rPr lang="es" sz="3600" b="0" i="0" u="none" strike="noStrike">
                <a:latin typeface="Open Sans"/>
              </a:rPr>
              <a:t>Elija un escenario.</a:t>
            </a:r>
            <a:endParaRPr/>
          </a:p>
          <a:p>
            <a:pPr marL="457200" lvl="0" indent="-457200" algn="l" rtl="0">
              <a:spcBef>
                <a:spcPct val="0"/>
              </a:spcBef>
              <a:spcAft>
                <a:spcPct val="0"/>
              </a:spcAft>
              <a:buSzPts val="3600"/>
              <a:buAutoNum type="arabicPeriod"/>
            </a:pPr>
            <a:r>
              <a:rPr lang="es" sz="3600" b="0" i="0" u="none" strike="noStrike">
                <a:latin typeface="Open Sans"/>
              </a:rPr>
              <a:t>Elabore su plan: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AutoNum type="alphaLcPeriod"/>
            </a:pPr>
            <a:r>
              <a:rPr lang="es" sz="3000" b="0" i="0" u="none" strike="noStrike">
                <a:latin typeface="Open Sans"/>
              </a:rPr>
              <a:t>Considere la empresa, el mercado, el producto y los usuarios destinatarios.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AutoNum type="alphaLcPeriod"/>
            </a:pPr>
            <a:r>
              <a:rPr lang="es" sz="3000" b="0" i="0" u="none" strike="noStrike">
                <a:latin typeface="Open Sans"/>
              </a:rPr>
              <a:t>Decida los beneficios clave que desea que un LLM aporte a su producto.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AutoNum type="alphaLcPeriod"/>
            </a:pPr>
            <a:r>
              <a:rPr lang="es" sz="3000" b="0" i="0" u="none" strike="noStrike">
                <a:latin typeface="Open Sans"/>
              </a:rPr>
              <a:t>Defina la arquitectura del sistema y los detalles de configuración del LLM.</a:t>
            </a:r>
            <a:endParaRPr/>
          </a:p>
          <a:p>
            <a:pPr marL="457200" lvl="0" indent="-457200" algn="l" rtl="0">
              <a:spcBef>
                <a:spcPct val="0"/>
              </a:spcBef>
              <a:spcAft>
                <a:spcPct val="0"/>
              </a:spcAft>
              <a:buSzPts val="3600"/>
              <a:buAutoNum type="arabicPeriod"/>
            </a:pPr>
            <a:r>
              <a:rPr lang="es" sz="3600" b="0" i="0" u="none" strike="noStrike">
                <a:latin typeface="Open Sans"/>
              </a:rPr>
              <a:t>Comunique su plan en una presentación persuasiva: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AutoNum type="alphaLcPeriod"/>
            </a:pPr>
            <a:r>
              <a:rPr lang="es" sz="3000" b="0" i="0" u="none" strike="noStrike">
                <a:latin typeface="Open Sans"/>
              </a:rPr>
              <a:t>Revise las preguntas clave de la presentación de diapositivas de ejemplo.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AutoNum type="alphaLcPeriod"/>
            </a:pPr>
            <a:r>
              <a:rPr lang="es" sz="3000" b="0" i="0" u="none" strike="noStrike">
                <a:latin typeface="Open Sans"/>
              </a:rPr>
              <a:t>Responda a las preguntas.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AutoNum type="alphaLcPeriod"/>
            </a:pPr>
            <a:r>
              <a:rPr lang="es" sz="3000" b="0" i="0" u="none" strike="noStrike">
                <a:latin typeface="Open Sans"/>
              </a:rPr>
              <a:t>Ilustre la oportunidad.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AutoNum type="alphaLcPeriod"/>
            </a:pPr>
            <a:r>
              <a:rPr lang="es" sz="3000" b="0" i="0" u="none" strike="noStrike">
                <a:latin typeface="Open Sans"/>
              </a:rPr>
              <a:t>Reconozca los riesgos, tanto los de no incorporar un LLM como los de lanzarlo con sesgos, imprecisiones o costos operativos insostenibles.</a:t>
            </a:r>
            <a:endParaRPr/>
          </a:p>
          <a:p>
            <a:pPr marL="457200" lvl="0" indent="-457200" algn="l" rtl="0">
              <a:spcBef>
                <a:spcPct val="0"/>
              </a:spcBef>
              <a:spcAft>
                <a:spcPct val="0"/>
              </a:spcAft>
              <a:buSzPts val="3600"/>
              <a:buAutoNum type="arabicPeriod"/>
            </a:pPr>
            <a:r>
              <a:rPr lang="es" sz="3600" b="0" i="0" u="none" strike="noStrike">
                <a:latin typeface="Open Sans"/>
              </a:rPr>
              <a:t>Actualice la diapositiva de título de la presentación y elimine esta diapositiva de "Instrucciones".</a:t>
            </a:r>
            <a:endParaRPr/>
          </a:p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685800" y="1288895"/>
            <a:ext cx="16916400" cy="7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solidFill>
                  <a:srgbClr val="2015FF"/>
                </a:solidFill>
                <a:latin typeface="Open Sans Light"/>
              </a:rPr>
              <a:t>Cómo completar este proyecto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1225200" y="3735300"/>
            <a:ext cx="15837601" cy="28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7600" b="0" i="0" u="none" strike="noStrike">
                <a:latin typeface="Open Sans Light"/>
              </a:rPr>
              <a:t>Definición del producto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p30"/>
          <p:cNvSpPr txBox="1"/>
          <p:nvPr>
            <p:ph type="body" idx="1"/>
          </p:nvPr>
        </p:nvSpPr>
        <p:spPr>
          <a:xfrm>
            <a:off x="1371600" y="2405775"/>
            <a:ext cx="155436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57200" algn="l" rtl="0">
              <a:spcBef>
                <a:spcPct val="0"/>
              </a:spcBef>
              <a:spcAft>
                <a:spcPct val="0"/>
              </a:spcAft>
              <a:buSzPts val="3600"/>
              <a:buChar char="●"/>
            </a:pPr>
            <a:r>
              <a:rPr lang="es" sz="3600" b="0" i="0" u="none" strike="noStrike">
                <a:latin typeface="Open Sans"/>
              </a:rPr>
              <a:t>Usuario objetivo</a:t>
            </a:r>
            <a:endParaRPr/>
          </a:p>
          <a:p>
            <a:pPr marL="457200" lvl="0" indent="-457200" algn="l" rtl="0">
              <a:spcBef>
                <a:spcPct val="0"/>
              </a:spcBef>
              <a:spcAft>
                <a:spcPct val="0"/>
              </a:spcAft>
              <a:buSzPts val="3600"/>
              <a:buChar char="●"/>
            </a:pPr>
            <a:r>
              <a:rPr lang="es" sz="3600" b="0" i="0" u="none" strike="noStrike">
                <a:latin typeface="Open Sans"/>
              </a:rPr>
              <a:t>Características demográficas y de comportamiento</a:t>
            </a:r>
            <a:endParaRPr/>
          </a:p>
        </p:txBody>
      </p:sp>
      <p:sp>
        <p:nvSpPr>
          <p:cNvPr id="211" name="Google Shape;211;p30"/>
          <p:cNvSpPr txBox="1"/>
          <p:nvPr>
            <p:ph type="title"/>
          </p:nvPr>
        </p:nvSpPr>
        <p:spPr>
          <a:xfrm>
            <a:off x="685800" y="0"/>
            <a:ext cx="16916400" cy="128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5600" b="1" i="0" u="none" strike="noStrike">
                <a:latin typeface="Open Sans"/>
                <a:ea typeface="Open Sans"/>
                <a:cs typeface="Open Sans"/>
                <a:sym typeface="Open Sans"/>
              </a:rPr>
              <a:t>Su cliente</a:t>
            </a:r>
            <a:endParaRPr/>
          </a:p>
        </p:txBody>
      </p:sp>
      <p:sp>
        <p:nvSpPr>
          <p:cNvPr id="212" name="Google Shape;212;p30"/>
          <p:cNvSpPr txBox="1"/>
          <p:nvPr>
            <p:ph type="title"/>
          </p:nvPr>
        </p:nvSpPr>
        <p:spPr>
          <a:xfrm>
            <a:off x="685800" y="1288895"/>
            <a:ext cx="16916400" cy="7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solidFill>
                  <a:srgbClr val="2015FF"/>
                </a:solidFill>
                <a:latin typeface="Open Sans Light"/>
              </a:rPr>
              <a:t>¿A quién está sirviendo?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6" name="Shape 216"/>
        <p:cNvGrpSpPr/>
        <p:nvPr/>
      </p:nvGrpSpPr>
      <p:grpSpPr>
        <a:xfrm>
          <a:off x="0" y="0"/>
          <a: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685800" y="0"/>
            <a:ext cx="16916400" cy="128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5600" b="1" i="0" u="none" strike="noStrike">
                <a:latin typeface="Open Sans"/>
                <a:ea typeface="Open Sans"/>
                <a:cs typeface="Open Sans"/>
                <a:sym typeface="Open Sans"/>
              </a:rPr>
              <a:t>El problema</a:t>
            </a:r>
            <a:endParaRPr/>
          </a:p>
        </p:txBody>
      </p:sp>
      <p:sp>
        <p:nvSpPr>
          <p:cNvPr id="218" name="Google Shape;218;p31"/>
          <p:cNvSpPr txBox="1"/>
          <p:nvPr>
            <p:ph type="title"/>
          </p:nvPr>
        </p:nvSpPr>
        <p:spPr>
          <a:xfrm>
            <a:off x="685800" y="1288895"/>
            <a:ext cx="16916400" cy="7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solidFill>
                  <a:srgbClr val="2015FF"/>
                </a:solidFill>
                <a:latin typeface="Open Sans Light"/>
              </a:rPr>
              <a:t>¿Qué necesidad del usuario está abordando?</a:t>
            </a:r>
            <a:endParaRPr sz="3600">
              <a:solidFill>
                <a:schemeClr val="accent1"/>
              </a:solidFill>
            </a:endParaRPr>
          </a:p>
        </p:txBody>
      </p:sp>
      <p:graphicFrame>
        <p:nvGraphicFramePr>
          <p:cNvPr id="219" name="Google Shape;219;p31"/>
          <p:cNvGraphicFramePr>
            <a:graphicFrameLocks noGrp="1"/>
          </p:cNvGraphicFramePr>
          <p:nvPr/>
        </p:nvGraphicFramePr>
        <p:xfrm>
          <a:off x="824275" y="2903275"/>
          <a:ext cx="16547950" cy="5111826"/>
        </p:xfrm>
        <a:graphic>
          <a:graphicData uri="http://schemas.openxmlformats.org/drawingml/2006/table">
            <a:tbl>
              <a:tblPr>
                <a:noFill/>
                <a:tableStyleId>{7DB133DE-632C-4A81-9EBA-E51BAC0346A3}</a:tableStyleId>
              </a:tblPr>
              <a:tblGrid>
                <a:gridCol w="3285900"/>
                <a:gridCol w="6378150"/>
                <a:gridCol w="68839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¿Qué está intentando hacer el usuario?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¿Cómo lo hace actualmente?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¿Cuáles son los mayores problemas del enfoque actual?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solidFill>
                            <a:srgbClr val="0B0B0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Objetivo A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457200" lvl="0" indent="-4191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3000"/>
                        <a:buFont typeface="Open Sans"/>
                        <a:buAutoNum type="arabicPeriod"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4191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3000"/>
                        <a:buFont typeface="Open Sans"/>
                        <a:buAutoNum type="arabicPeriod"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4191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3000"/>
                        <a:buFont typeface="Open Sans"/>
                        <a:buAutoNum type="arabicPeriod"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…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457200" lvl="0" indent="-41910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0B0B"/>
                        </a:buClr>
                        <a:buSzPts val="3000"/>
                        <a:buFont typeface="Open Sans"/>
                        <a:buChar char="●"/>
                      </a:pPr>
                      <a:r>
                        <a:rPr lang="es" sz="3000" b="0" i="0" u="none" strike="noStrike">
                          <a:solidFill>
                            <a:srgbClr val="0B0B0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solidFill>
                          <a:srgbClr val="0B0B0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41910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0B0B"/>
                        </a:buClr>
                        <a:buSzPts val="3000"/>
                        <a:buFont typeface="Open Sans"/>
                        <a:buChar char="●"/>
                      </a:pPr>
                      <a:r>
                        <a:rPr lang="es" sz="3000" b="0" i="0" u="none" strike="noStrike">
                          <a:solidFill>
                            <a:srgbClr val="0B0B0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solidFill>
                          <a:srgbClr val="0B0B0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457200" lvl="0" indent="-41910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B0B0B"/>
                        </a:buClr>
                        <a:buSzPts val="3000"/>
                        <a:buFont typeface="Open Sans"/>
                        <a:buChar char="●"/>
                      </a:pPr>
                      <a:r>
                        <a:rPr lang="es" sz="3000" b="0" i="0" u="none" strike="noStrike">
                          <a:solidFill>
                            <a:srgbClr val="0B0B0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…</a:t>
                      </a:r>
                      <a:endParaRPr sz="3000">
                        <a:solidFill>
                          <a:srgbClr val="0B0B0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solidFill>
                            <a:srgbClr val="0B0B0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Objetivo B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solidFill>
                            <a:srgbClr val="0B0B0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Objetivo …</a:t>
                      </a:r>
                      <a:endParaRPr sz="3000">
                        <a:solidFill>
                          <a:srgbClr val="0B0B0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457200" lvl="0" indent="-22860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3000">
                        <a:solidFill>
                          <a:srgbClr val="0B0B0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457200" lvl="0" indent="-2286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3" name="Shape 223"/>
        <p:cNvGrpSpPr/>
        <p:nvPr/>
      </p:nvGrpSpPr>
      <p:grpSpPr>
        <a:xfrm>
          <a:off x="0" y="0"/>
          <a:ext cx="0" cy="0"/>
        </a:xfrm>
      </p:grpSpPr>
      <p:sp>
        <p:nvSpPr>
          <p:cNvPr id="224" name="Google Shape;224;p32"/>
          <p:cNvSpPr txBox="1"/>
          <p:nvPr>
            <p:ph type="body" idx="1"/>
          </p:nvPr>
        </p:nvSpPr>
        <p:spPr>
          <a:xfrm>
            <a:off x="1379100" y="2405775"/>
            <a:ext cx="155361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57200" algn="l" rtl="0">
              <a:spcBef>
                <a:spcPct val="0"/>
              </a:spcBef>
              <a:spcAft>
                <a:spcPct val="0"/>
              </a:spcAft>
              <a:buSzPts val="3600"/>
              <a:buChar char="●"/>
            </a:pPr>
            <a:r>
              <a:rPr lang="es" sz="3600" b="0" i="0" u="none" strike="noStrike">
                <a:latin typeface="Open Sans"/>
              </a:rPr>
              <a:t>Describa su nuevo producto y cómo le ayudará un LLM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Char char="○"/>
            </a:pPr>
            <a:r>
              <a:rPr lang="es" sz="3000" b="0" i="0" u="none" strike="noStrike">
                <a:latin typeface="Open Sans"/>
              </a:rPr>
              <a:t>¿Qué haría?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Char char="○"/>
            </a:pPr>
            <a:r>
              <a:rPr lang="es" sz="3000" b="0" i="0" u="none" strike="noStrike">
                <a:latin typeface="Open Sans"/>
              </a:rPr>
              <a:t>¿Reemplazaría alguna capacidad existente?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Char char="○"/>
            </a:pPr>
            <a:r>
              <a:rPr lang="es" sz="3000" b="0" i="0" u="none" strike="noStrike">
                <a:latin typeface="Open Sans"/>
              </a:rPr>
              <a:t>¿Requeriría fuentes de datos nuevas o diferentes, o más de las mismas?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Char char="○"/>
            </a:pPr>
            <a:r>
              <a:rPr lang="es" sz="3000" b="0" i="0" u="none" strike="noStrike">
                <a:latin typeface="Open Sans"/>
              </a:rPr>
              <a:t>¿Qué nivel de privacidad y seguridad requiere?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Char char="○"/>
            </a:pPr>
            <a:r>
              <a:rPr lang="es" sz="3000" b="0" i="0" u="none" strike="noStrike">
                <a:latin typeface="Open Sans"/>
              </a:rPr>
              <a:t>¿Qué nivel de conectividad requeriría?</a:t>
            </a:r>
            <a:endParaRPr/>
          </a:p>
          <a:p>
            <a:pPr marL="914400" lvl="1" indent="-419100" algn="l" rtl="0">
              <a:spcBef>
                <a:spcPct val="0"/>
              </a:spcBef>
              <a:spcAft>
                <a:spcPct val="0"/>
              </a:spcAft>
              <a:buSzPts val="3000"/>
              <a:buChar char="○"/>
            </a:pPr>
            <a:r>
              <a:rPr lang="es" sz="3000" b="0" i="0" u="none" strike="noStrike">
                <a:latin typeface="Open Sans"/>
              </a:rPr>
              <a:t>¿Por qué un LLM es el mejor enfoque en comparación con las alternativas?</a:t>
            </a:r>
            <a:endParaRPr/>
          </a:p>
        </p:txBody>
      </p:sp>
      <p:sp>
        <p:nvSpPr>
          <p:cNvPr id="225" name="Google Shape;225;p32"/>
          <p:cNvSpPr txBox="1"/>
          <p:nvPr>
            <p:ph type="title"/>
          </p:nvPr>
        </p:nvSpPr>
        <p:spPr>
          <a:xfrm>
            <a:off x="685800" y="0"/>
            <a:ext cx="16916400" cy="128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5600" b="1" i="0" u="none" strike="noStrike">
                <a:latin typeface="Open Sans"/>
                <a:ea typeface="Open Sans"/>
                <a:cs typeface="Open Sans"/>
                <a:sym typeface="Open Sans"/>
              </a:rPr>
              <a:t>La solución</a:t>
            </a:r>
            <a:endParaRPr/>
          </a:p>
        </p:txBody>
      </p:sp>
      <p:sp>
        <p:nvSpPr>
          <p:cNvPr id="226" name="Google Shape;226;p32"/>
          <p:cNvSpPr txBox="1"/>
          <p:nvPr>
            <p:ph type="title"/>
          </p:nvPr>
        </p:nvSpPr>
        <p:spPr>
          <a:xfrm>
            <a:off x="685800" y="1288895"/>
            <a:ext cx="16916400" cy="7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solidFill>
                  <a:srgbClr val="2015FF"/>
                </a:solidFill>
                <a:latin typeface="Open Sans Light"/>
              </a:rPr>
              <a:t>¿Cómo lo resolverá?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0" name="Shape 230"/>
        <p:cNvGrpSpPr/>
        <p:nvPr/>
      </p:nvGrpSpPr>
      <p:grpSpPr>
        <a:xfrm>
          <a:off x="0" y="0"/>
          <a:ext cx="0" cy="0"/>
        </a:xfrm>
      </p:grpSpPr>
      <p:sp>
        <p:nvSpPr>
          <p:cNvPr id="231" name="Google Shape;231;p33"/>
          <p:cNvSpPr txBox="1"/>
          <p:nvPr>
            <p:ph type="body" idx="1"/>
          </p:nvPr>
        </p:nvSpPr>
        <p:spPr>
          <a:xfrm>
            <a:off x="1379100" y="2404100"/>
            <a:ext cx="15536100" cy="13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latin typeface="Open Sans"/>
              </a:rPr>
              <a:t>Identifique los riesgos potenciales y los desafíos operativos de su producto, y cómo gestionarlos:</a:t>
            </a:r>
            <a:endParaRPr/>
          </a:p>
        </p:txBody>
      </p:sp>
      <p:graphicFrame>
        <p:nvGraphicFramePr>
          <p:cNvPr id="232" name="Google Shape;232;p33"/>
          <p:cNvGraphicFramePr>
            <a:graphicFrameLocks noGrp="1"/>
          </p:cNvGraphicFramePr>
          <p:nvPr/>
        </p:nvGraphicFramePr>
        <p:xfrm>
          <a:off x="1816400" y="4161599"/>
          <a:ext cx="14197850" cy="2560200"/>
        </p:xfrm>
        <a:graphic>
          <a:graphicData uri="http://schemas.openxmlformats.org/drawingml/2006/table">
            <a:tbl>
              <a:tblPr>
                <a:noFill/>
                <a:tableStyleId>{7DB133DE-632C-4A81-9EBA-E51BAC0346A3}</a:tableStyleId>
              </a:tblPr>
              <a:tblGrid>
                <a:gridCol w="3483250"/>
                <a:gridCol w="107146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Riesgo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Mitigación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Riesgo A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Mitigación A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Riesgo B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Mitigación B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Riesgo …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Mitigación …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233" name="Google Shape;233;p33"/>
          <p:cNvSpPr txBox="1"/>
          <p:nvPr>
            <p:ph type="title"/>
          </p:nvPr>
        </p:nvSpPr>
        <p:spPr>
          <a:xfrm>
            <a:off x="685800" y="0"/>
            <a:ext cx="16916400" cy="128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5600" b="1" i="0" u="none" strike="noStrike">
                <a:latin typeface="Open Sans"/>
                <a:ea typeface="Open Sans"/>
                <a:cs typeface="Open Sans"/>
                <a:sym typeface="Open Sans"/>
              </a:rPr>
              <a:t>Riesgos</a:t>
            </a:r>
            <a:endParaRPr/>
          </a:p>
        </p:txBody>
      </p:sp>
      <p:sp>
        <p:nvSpPr>
          <p:cNvPr id="234" name="Google Shape;234;p33"/>
          <p:cNvSpPr txBox="1"/>
          <p:nvPr>
            <p:ph type="title"/>
          </p:nvPr>
        </p:nvSpPr>
        <p:spPr>
          <a:xfrm>
            <a:off x="685800" y="1288895"/>
            <a:ext cx="16916400" cy="7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solidFill>
                  <a:srgbClr val="2015FF"/>
                </a:solidFill>
                <a:latin typeface="Open Sans Light"/>
              </a:rPr>
              <a:t>¿Qué podría salir mal?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8" name="Shape 238"/>
        <p:cNvGrpSpPr/>
        <p:nvPr/>
      </p:nvGrpSpPr>
      <p:grpSpPr>
        <a:xfrm>
          <a:off x="0" y="0"/>
          <a: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1225200" y="3735300"/>
            <a:ext cx="15837601" cy="28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7600" b="0" i="0" u="none" strike="noStrike">
                <a:latin typeface="Open Sans Light"/>
              </a:rPr>
              <a:t>Detalles del sistema</a:t>
            </a:r>
            <a:endParaRPr/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3" name="Shape 243"/>
        <p:cNvGrpSpPr/>
        <p:nvPr/>
      </p:nvGrpSpPr>
      <p:grpSpPr>
        <a:xfrm>
          <a:off x="0" y="0"/>
          <a:ext cx="0" cy="0"/>
        </a:xfrm>
      </p:grpSpPr>
      <p:sp>
        <p:nvSpPr>
          <p:cNvPr id="244" name="Google Shape;244;p35"/>
          <p:cNvSpPr txBox="1"/>
          <p:nvPr>
            <p:ph type="body" idx="1"/>
          </p:nvPr>
        </p:nvSpPr>
        <p:spPr>
          <a:xfrm>
            <a:off x="1379100" y="2405775"/>
            <a:ext cx="155361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latin typeface="Open Sans"/>
              </a:rPr>
              <a:t>Describa lo más importante que su producto debe hacer para su usuario objetivo:</a:t>
            </a:r>
            <a:endParaRPr/>
          </a:p>
          <a:p>
            <a:pPr marL="457200" lvl="0" indent="-457200" algn="l" rtl="0">
              <a:spcBef>
                <a:spcPct val="0"/>
              </a:spcBef>
              <a:spcAft>
                <a:spcPct val="0"/>
              </a:spcAft>
              <a:buSzPts val="3600"/>
              <a:buChar char="●"/>
            </a:pPr>
            <a:r>
              <a:rPr lang="es" sz="3600" b="0" i="0" u="none" strike="noStrike">
                <a:latin typeface="Open Sans"/>
              </a:rPr>
              <a:t>Beneficio principal del producto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latin typeface="Open Sans"/>
              </a:rPr>
              <a:t>Enumere uno o más beneficios secundarios (no características) de su producto:</a:t>
            </a:r>
            <a:endParaRPr/>
          </a:p>
          <a:p>
            <a:pPr marL="457200" lvl="0" indent="-457200" algn="l" rtl="0">
              <a:spcBef>
                <a:spcPct val="0"/>
              </a:spcBef>
              <a:spcAft>
                <a:spcPct val="0"/>
              </a:spcAft>
              <a:buSzPts val="3600"/>
              <a:buChar char="●"/>
            </a:pPr>
            <a:r>
              <a:rPr lang="es" sz="3600" b="0" i="0" u="none" strike="noStrike">
                <a:latin typeface="Open Sans"/>
              </a:rPr>
              <a:t>Beneficio secundario 1</a:t>
            </a:r>
            <a:endParaRPr/>
          </a:p>
          <a:p>
            <a:pPr marL="457200" lvl="0" indent="-457200" algn="l" rtl="0">
              <a:spcBef>
                <a:spcPct val="0"/>
              </a:spcBef>
              <a:spcAft>
                <a:spcPct val="0"/>
              </a:spcAft>
              <a:buSzPts val="3600"/>
              <a:buChar char="●"/>
            </a:pPr>
            <a:r>
              <a:rPr lang="es" sz="3600" b="0" i="0" u="none" strike="noStrike">
                <a:latin typeface="Open Sans"/>
              </a:rPr>
              <a:t>Beneficio secundario 2</a:t>
            </a:r>
            <a:endParaRPr/>
          </a:p>
          <a:p>
            <a:pPr marL="457200" lvl="0" indent="-457200" algn="l" rtl="0">
              <a:spcBef>
                <a:spcPct val="0"/>
              </a:spcBef>
              <a:spcAft>
                <a:spcPct val="0"/>
              </a:spcAft>
              <a:buSzPts val="3600"/>
              <a:buChar char="●"/>
            </a:pPr>
            <a:r>
              <a:rPr lang="es" sz="3600" b="0" i="0" u="none" strike="noStrike">
                <a:latin typeface="Open Sans"/>
              </a:rPr>
              <a:t>…</a:t>
            </a:r>
            <a:endParaRPr/>
          </a:p>
        </p:txBody>
      </p:sp>
      <p:sp>
        <p:nvSpPr>
          <p:cNvPr id="245" name="Google Shape;245;p35"/>
          <p:cNvSpPr txBox="1"/>
          <p:nvPr>
            <p:ph type="title"/>
          </p:nvPr>
        </p:nvSpPr>
        <p:spPr>
          <a:xfrm>
            <a:off x="685800" y="0"/>
            <a:ext cx="16916400" cy="128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5600" b="1" i="0" u="none" strike="noStrike">
                <a:latin typeface="Open Sans"/>
                <a:ea typeface="Open Sans"/>
                <a:cs typeface="Open Sans"/>
                <a:sym typeface="Open Sans"/>
              </a:rPr>
              <a:t>Atributos del sistema</a:t>
            </a:r>
            <a:endParaRPr/>
          </a:p>
        </p:txBody>
      </p:sp>
      <p:sp>
        <p:nvSpPr>
          <p:cNvPr id="246" name="Google Shape;246;p35"/>
          <p:cNvSpPr txBox="1"/>
          <p:nvPr>
            <p:ph type="title"/>
          </p:nvPr>
        </p:nvSpPr>
        <p:spPr>
          <a:xfrm>
            <a:off x="685800" y="1288895"/>
            <a:ext cx="16916400" cy="7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solidFill>
                  <a:srgbClr val="2015FF"/>
                </a:solidFill>
                <a:latin typeface="Open Sans Light"/>
              </a:rPr>
              <a:t>¿Qué debe hacer su producto?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0" name="Shape 250"/>
        <p:cNvGrpSpPr/>
        <p:nvPr/>
      </p:nvGrpSpPr>
      <p:grpSpPr>
        <a:xfrm>
          <a:off x="0" y="0"/>
          <a:ext cx="0" cy="0"/>
        </a:xfrm>
      </p:grpSpPr>
      <p:sp>
        <p:nvSpPr>
          <p:cNvPr id="251" name="Google Shape;251;p36"/>
          <p:cNvSpPr txBox="1"/>
          <p:nvPr>
            <p:ph type="body" idx="1"/>
          </p:nvPr>
        </p:nvSpPr>
        <p:spPr>
          <a:xfrm>
            <a:off x="1379100" y="2405775"/>
            <a:ext cx="155361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latin typeface="Open Sans"/>
              </a:rPr>
              <a:t>Describa la estructura general de su sistema. Un diagrama, incluso uno sencillo, vale más que mil palabras.</a:t>
            </a:r>
            <a:endParaRPr/>
          </a:p>
          <a:p>
            <a:pPr marL="457200" lvl="0" indent="-457200" algn="l" rtl="0">
              <a:spcBef>
                <a:spcPct val="0"/>
              </a:spcBef>
              <a:spcAft>
                <a:spcPct val="0"/>
              </a:spcAft>
              <a:buSzPts val="3600"/>
              <a:buChar char="●"/>
            </a:pPr>
            <a:r>
              <a:rPr lang="es" sz="3600" b="0" i="0" u="none" strike="noStrike">
                <a:latin typeface="Open Sans"/>
              </a:rPr>
              <a:t>Identifique los componentes clave (por ejemplo, fuentes de datos, modelo LLM, API, interfaz de usuario).</a:t>
            </a:r>
            <a:endParaRPr/>
          </a:p>
          <a:p>
            <a:pPr marL="457200" lvl="0" indent="-457200" algn="l" rtl="0">
              <a:spcBef>
                <a:spcPct val="0"/>
              </a:spcBef>
              <a:spcAft>
                <a:spcPct val="0"/>
              </a:spcAft>
              <a:buSzPts val="3600"/>
              <a:buChar char="●"/>
            </a:pPr>
            <a:r>
              <a:rPr lang="es" sz="3600" b="0" i="0" u="none" strike="noStrike">
                <a:latin typeface="Open Sans"/>
              </a:rPr>
              <a:t>Explique cómo fluyen los datos entre las diferentes partes del sistema.</a:t>
            </a:r>
            <a:endParaRPr sz="3600"/>
          </a:p>
        </p:txBody>
      </p:sp>
      <p:sp>
        <p:nvSpPr>
          <p:cNvPr id="252" name="Google Shape;252;p36"/>
          <p:cNvSpPr txBox="1"/>
          <p:nvPr>
            <p:ph type="title"/>
          </p:nvPr>
        </p:nvSpPr>
        <p:spPr>
          <a:xfrm>
            <a:off x="685800" y="0"/>
            <a:ext cx="16916400" cy="128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5600" b="1" i="0" u="none" strike="noStrike">
                <a:latin typeface="Open Sans"/>
                <a:ea typeface="Open Sans"/>
                <a:cs typeface="Open Sans"/>
                <a:sym typeface="Open Sans"/>
              </a:rPr>
              <a:t>Arquitectura del sistema</a:t>
            </a:r>
            <a:endParaRPr/>
          </a:p>
        </p:txBody>
      </p:sp>
      <p:sp>
        <p:nvSpPr>
          <p:cNvPr id="253" name="Google Shape;253;p36"/>
          <p:cNvSpPr txBox="1"/>
          <p:nvPr>
            <p:ph type="title"/>
          </p:nvPr>
        </p:nvSpPr>
        <p:spPr>
          <a:xfrm>
            <a:off x="685800" y="1288895"/>
            <a:ext cx="16916400" cy="7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solidFill>
                  <a:srgbClr val="2015FF"/>
                </a:solidFill>
                <a:latin typeface="Open Sans Light"/>
              </a:rPr>
              <a:t>¿Qué tipo de sistema de IA está construyendo?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7" name="Shape 257"/>
        <p:cNvGrpSpPr/>
        <p:nvPr/>
      </p:nvGrpSpPr>
      <p:grpSpPr>
        <a:xfrm>
          <a:off x="0" y="0"/>
          <a:ext cx="0" cy="0"/>
        </a:xfrm>
      </p:grpSpPr>
      <p:sp>
        <p:nvSpPr>
          <p:cNvPr id="258" name="Google Shape;258;p37"/>
          <p:cNvSpPr txBox="1"/>
          <p:nvPr>
            <p:ph type="title"/>
          </p:nvPr>
        </p:nvSpPr>
        <p:spPr>
          <a:xfrm>
            <a:off x="685800" y="0"/>
            <a:ext cx="16916400" cy="128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5600" b="1" i="0" u="none" strike="noStrike">
                <a:latin typeface="Open Sans"/>
                <a:ea typeface="Open Sans"/>
                <a:cs typeface="Open Sans"/>
                <a:sym typeface="Open Sans"/>
              </a:rPr>
              <a:t>Configuración del LLM</a:t>
            </a:r>
            <a:endParaRPr/>
          </a:p>
        </p:txBody>
      </p:sp>
      <p:sp>
        <p:nvSpPr>
          <p:cNvPr id="259" name="Google Shape;259;p37"/>
          <p:cNvSpPr txBox="1"/>
          <p:nvPr>
            <p:ph type="title"/>
          </p:nvPr>
        </p:nvSpPr>
        <p:spPr>
          <a:xfrm>
            <a:off x="685800" y="1288895"/>
            <a:ext cx="16916400" cy="7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solidFill>
                  <a:srgbClr val="2015FF"/>
                </a:solidFill>
                <a:latin typeface="Open Sans Light"/>
              </a:rPr>
              <a:t>¿Qué propiedades y configuraciones recomienda?</a:t>
            </a:r>
            <a:endParaRPr sz="3600">
              <a:solidFill>
                <a:schemeClr val="accent1"/>
              </a:solidFill>
            </a:endParaRPr>
          </a:p>
        </p:txBody>
      </p:sp>
      <p:graphicFrame>
        <p:nvGraphicFramePr>
          <p:cNvPr id="260" name="Google Shape;260;p37"/>
          <p:cNvGraphicFramePr>
            <a:graphicFrameLocks noGrp="1"/>
          </p:cNvGraphicFramePr>
          <p:nvPr/>
        </p:nvGraphicFramePr>
        <p:xfrm>
          <a:off x="1322500" y="2744875"/>
          <a:ext cx="16045875" cy="2405500"/>
        </p:xfrm>
        <a:graphic>
          <a:graphicData uri="http://schemas.openxmlformats.org/drawingml/2006/table">
            <a:tbl>
              <a:tblPr>
                <a:noFill/>
                <a:tableStyleId>{7DB133DE-632C-4A81-9EBA-E51BAC0346A3}</a:tableStyleId>
              </a:tblPr>
              <a:tblGrid>
                <a:gridCol w="3636225"/>
                <a:gridCol w="2862925"/>
                <a:gridCol w="9546725"/>
              </a:tblGrid>
              <a:tr h="668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Propiedad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Valor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Justificación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Tipo de licencia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Tipo de implementación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graphicFrame>
        <p:nvGraphicFramePr>
          <p:cNvPr id="261" name="Google Shape;261;p37"/>
          <p:cNvGraphicFramePr>
            <a:graphicFrameLocks noGrp="1"/>
          </p:cNvGraphicFramePr>
          <p:nvPr/>
        </p:nvGraphicFramePr>
        <p:xfrm>
          <a:off x="1322500" y="5439650"/>
          <a:ext cx="16045900" cy="1920150"/>
        </p:xfrm>
        <a:graphic>
          <a:graphicData uri="http://schemas.openxmlformats.org/drawingml/2006/table">
            <a:tbl>
              <a:tblPr>
                <a:noFill/>
                <a:tableStyleId>{7DB133DE-632C-4A81-9EBA-E51BAC0346A3}</a:tableStyleId>
              </a:tblPr>
              <a:tblGrid>
                <a:gridCol w="3636225"/>
                <a:gridCol w="2862925"/>
                <a:gridCol w="9546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Configuración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Valor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Justificación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  <a:tr h="499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Temperatura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Top K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5" name="Shape 265"/>
        <p:cNvGrpSpPr/>
        <p:nvPr/>
      </p:nvGrpSpPr>
      <p:grpSpPr>
        <a:xfrm>
          <a:off x="0" y="0"/>
          <a:ext cx="0" cy="0"/>
        </a:xfrm>
      </p:grpSpPr>
      <p:sp>
        <p:nvSpPr>
          <p:cNvPr id="266" name="Google Shape;266;p38"/>
          <p:cNvSpPr txBox="1"/>
          <p:nvPr>
            <p:ph type="title"/>
          </p:nvPr>
        </p:nvSpPr>
        <p:spPr>
          <a:xfrm>
            <a:off x="1225200" y="3735300"/>
            <a:ext cx="15837601" cy="28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7600" b="0" i="0" u="none" strike="noStrike">
                <a:latin typeface="Open Sans Light"/>
              </a:rPr>
              <a:t>Medición</a:t>
            </a:r>
            <a:endParaRPr/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0" name="Shape 270"/>
        <p:cNvGrpSpPr/>
        <p:nvPr/>
      </p:nvGrpSpPr>
      <p:grpSpPr>
        <a:xfrm>
          <a:off x="0" y="0"/>
          <a:ext cx="0" cy="0"/>
        </a:xfrm>
      </p:grpSpPr>
      <p:graphicFrame>
        <p:nvGraphicFramePr>
          <p:cNvPr id="271" name="Google Shape;271;p39"/>
          <p:cNvGraphicFramePr>
            <a:graphicFrameLocks noGrp="1"/>
          </p:cNvGraphicFramePr>
          <p:nvPr/>
        </p:nvGraphicFramePr>
        <p:xfrm>
          <a:off x="1816400" y="3863400"/>
          <a:ext cx="14641125" cy="2560200"/>
        </p:xfrm>
        <a:graphic>
          <a:graphicData uri="http://schemas.openxmlformats.org/drawingml/2006/table">
            <a:tbl>
              <a:tblPr>
                <a:noFill/>
                <a:tableStyleId>{7DB133DE-632C-4A81-9EBA-E51BAC0346A3}</a:tableStyleId>
              </a:tblPr>
              <a:tblGrid>
                <a:gridCol w="3635325"/>
                <a:gridCol w="2510750"/>
                <a:gridCol w="84950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Métrica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Valor ideal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1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Propósito</a:t>
                      </a:r>
                      <a:endParaRPr sz="3000"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 DEFINIR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…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s" sz="3000" b="0" i="0" u="none" strike="noStrik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…</a:t>
                      </a:r>
                      <a:endParaRPr sz="30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272" name="Google Shape;272;p39"/>
          <p:cNvSpPr txBox="1"/>
          <p:nvPr>
            <p:ph type="title"/>
          </p:nvPr>
        </p:nvSpPr>
        <p:spPr>
          <a:xfrm>
            <a:off x="685800" y="0"/>
            <a:ext cx="16916400" cy="128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5600" b="1" i="0" u="none" strike="noStrike">
                <a:latin typeface="Open Sans"/>
                <a:ea typeface="Open Sans"/>
                <a:cs typeface="Open Sans"/>
                <a:sym typeface="Open Sans"/>
              </a:rPr>
              <a:t>Métricas</a:t>
            </a:r>
            <a:endParaRPr/>
          </a:p>
        </p:txBody>
      </p:sp>
      <p:sp>
        <p:nvSpPr>
          <p:cNvPr id="273" name="Google Shape;273;p39"/>
          <p:cNvSpPr txBox="1"/>
          <p:nvPr>
            <p:ph type="title"/>
          </p:nvPr>
        </p:nvSpPr>
        <p:spPr>
          <a:xfrm>
            <a:off x="685800" y="1288895"/>
            <a:ext cx="16916400" cy="70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s" sz="3600" b="0" i="0" u="none" strike="noStrike">
                <a:solidFill>
                  <a:srgbClr val="2015FF"/>
                </a:solidFill>
                <a:latin typeface="Open Sans Light"/>
              </a:rPr>
              <a:t>¿Cómo sabrá que su producto es exitoso?</a:t>
            </a:r>
            <a:endParaRPr sz="360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3"/>
  <p:tag name="AS_OS" val="Unix 6.12.92.122"/>
  <p:tag name="AS_RELEASE_DATE" val="2024.11.14"/>
  <p:tag name="AS_TITLE" val="Aspose.Slides for .NET6"/>
  <p:tag name="AS_VERSION" val="24.1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53</Paragraphs>
  <Slides>13</Slides>
  <Notes>13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baseType="lpstr" size="20">
      <vt:lpstr>Arial</vt:lpstr>
      <vt:lpstr>Open Sans Light</vt:lpstr>
      <vt:lpstr>Open Sans</vt:lpstr>
      <vt:lpstr>Roboto Mono Light</vt:lpstr>
      <vt:lpstr>Roboto Mono</vt:lpstr>
      <vt:lpstr>Calibri</vt:lpstr>
      <vt:lpstr>simple-light-2</vt:lpstr>
      <vt:lpstr>Plantilla de inicio de proyecto</vt:lpstr>
      <vt:lpstr>Instrucciones</vt:lpstr>
      <vt:lpstr>Definición del producto</vt:lpstr>
      <vt:lpstr>Su cliente</vt:lpstr>
      <vt:lpstr>El problema</vt:lpstr>
      <vt:lpstr>La solución</vt:lpstr>
      <vt:lpstr>Riesgos</vt:lpstr>
      <vt:lpstr>Detalles del sistema</vt:lpstr>
      <vt:lpstr>Atributos del sistema</vt:lpstr>
      <vt:lpstr>Arquitectura del sistema</vt:lpstr>
      <vt:lpstr>Configuración del LLM</vt:lpstr>
      <vt:lpstr>Medición</vt:lpstr>
      <vt:lpstr>Métricas</vt:lpstr>
    </vt:vector>
  </TitlesOfParts>
  <LinksUpToDate>0</LinksUpToDate>
  <SharedDoc>0</SharedDoc>
  <HyperlinksChanged>0</HyperlinksChanged>
  <Application>Aspose.Slides for .NET</Application>
  <AppVersion>24.1100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2026-09-27T12:37:29.900</cp:lastPrinted>
  <dcterms:created xsi:type="dcterms:W3CDTF">2026-09-27T12:37:29Z</dcterms:created>
  <dcterms:modified xsi:type="dcterms:W3CDTF">2026-09-27T12:37:30Z</dcterms:modified>
</cp:coreProperties>
</file>